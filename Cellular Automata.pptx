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78" r:id="rId6"/>
    <p:sldId id="280" r:id="rId7"/>
    <p:sldId id="259" r:id="rId8"/>
    <p:sldId id="261" r:id="rId9"/>
    <p:sldId id="262" r:id="rId10"/>
    <p:sldId id="281" r:id="rId11"/>
    <p:sldId id="263" r:id="rId12"/>
    <p:sldId id="264" r:id="rId13"/>
    <p:sldId id="260" r:id="rId14"/>
    <p:sldId id="279" r:id="rId15"/>
    <p:sldId id="265" r:id="rId16"/>
    <p:sldId id="267" r:id="rId17"/>
    <p:sldId id="268" r:id="rId18"/>
    <p:sldId id="269" r:id="rId19"/>
    <p:sldId id="270" r:id="rId20"/>
    <p:sldId id="271" r:id="rId21"/>
    <p:sldId id="272" r:id="rId22"/>
    <p:sldId id="275" r:id="rId23"/>
    <p:sldId id="273" r:id="rId24"/>
    <p:sldId id="274" r:id="rId25"/>
    <p:sldId id="277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D7F486-F03B-49E3-9BF9-0A1CAF4B67AB}" v="2" dt="2025-08-19T15:21:27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mut Pfeffer" userId="36a4703cc2a96bf8" providerId="LiveId" clId="{B9057094-398D-4B4D-8481-BCA43F42E7D7}"/>
    <pc:docChg chg="undo redo custSel addSld delSld modSld sldOrd">
      <pc:chgData name="Helmut Pfeffer" userId="36a4703cc2a96bf8" providerId="LiveId" clId="{B9057094-398D-4B4D-8481-BCA43F42E7D7}" dt="2025-08-06T08:40:56.012" v="6800" actId="20577"/>
      <pc:docMkLst>
        <pc:docMk/>
      </pc:docMkLst>
      <pc:sldChg chg="modSp mod">
        <pc:chgData name="Helmut Pfeffer" userId="36a4703cc2a96bf8" providerId="LiveId" clId="{B9057094-398D-4B4D-8481-BCA43F42E7D7}" dt="2025-07-30T16:26:09.581" v="1083" actId="20577"/>
        <pc:sldMkLst>
          <pc:docMk/>
          <pc:sldMk cId="1574702945" sldId="258"/>
        </pc:sldMkLst>
        <pc:spChg chg="mod">
          <ac:chgData name="Helmut Pfeffer" userId="36a4703cc2a96bf8" providerId="LiveId" clId="{B9057094-398D-4B4D-8481-BCA43F42E7D7}" dt="2025-07-30T16:26:09.581" v="1083" actId="20577"/>
          <ac:spMkLst>
            <pc:docMk/>
            <pc:sldMk cId="1574702945" sldId="258"/>
            <ac:spMk id="3" creationId="{094F5B98-63E8-D586-D227-D12D0F8CF872}"/>
          </ac:spMkLst>
        </pc:spChg>
      </pc:sldChg>
      <pc:sldChg chg="del">
        <pc:chgData name="Helmut Pfeffer" userId="36a4703cc2a96bf8" providerId="LiveId" clId="{B9057094-398D-4B4D-8481-BCA43F42E7D7}" dt="2025-07-30T15:20:00.512" v="0" actId="47"/>
        <pc:sldMkLst>
          <pc:docMk/>
          <pc:sldMk cId="72413242" sldId="259"/>
        </pc:sldMkLst>
      </pc:sldChg>
      <pc:sldChg chg="modSp new mod">
        <pc:chgData name="Helmut Pfeffer" userId="36a4703cc2a96bf8" providerId="LiveId" clId="{B9057094-398D-4B4D-8481-BCA43F42E7D7}" dt="2025-07-30T15:26:27.210" v="68" actId="14100"/>
        <pc:sldMkLst>
          <pc:docMk/>
          <pc:sldMk cId="1336029938" sldId="259"/>
        </pc:sldMkLst>
        <pc:spChg chg="mod">
          <ac:chgData name="Helmut Pfeffer" userId="36a4703cc2a96bf8" providerId="LiveId" clId="{B9057094-398D-4B4D-8481-BCA43F42E7D7}" dt="2025-07-30T15:20:08.287" v="24" actId="20577"/>
          <ac:spMkLst>
            <pc:docMk/>
            <pc:sldMk cId="1336029938" sldId="259"/>
            <ac:spMk id="2" creationId="{98B5E1D6-52F9-0BEE-4EFF-ECC23583847F}"/>
          </ac:spMkLst>
        </pc:spChg>
        <pc:spChg chg="mod">
          <ac:chgData name="Helmut Pfeffer" userId="36a4703cc2a96bf8" providerId="LiveId" clId="{B9057094-398D-4B4D-8481-BCA43F42E7D7}" dt="2025-07-30T15:26:27.210" v="68" actId="14100"/>
          <ac:spMkLst>
            <pc:docMk/>
            <pc:sldMk cId="1336029938" sldId="259"/>
            <ac:spMk id="3" creationId="{1AF66BD1-3EBA-20E2-9EFC-2D4878D72031}"/>
          </ac:spMkLst>
        </pc:spChg>
      </pc:sldChg>
      <pc:sldChg chg="modSp new mod">
        <pc:chgData name="Helmut Pfeffer" userId="36a4703cc2a96bf8" providerId="LiveId" clId="{B9057094-398D-4B4D-8481-BCA43F42E7D7}" dt="2025-07-30T17:45:49.860" v="1635" actId="313"/>
        <pc:sldMkLst>
          <pc:docMk/>
          <pc:sldMk cId="1705757063" sldId="260"/>
        </pc:sldMkLst>
        <pc:spChg chg="mod">
          <ac:chgData name="Helmut Pfeffer" userId="36a4703cc2a96bf8" providerId="LiveId" clId="{B9057094-398D-4B4D-8481-BCA43F42E7D7}" dt="2025-07-30T16:27:30.724" v="1156" actId="20577"/>
          <ac:spMkLst>
            <pc:docMk/>
            <pc:sldMk cId="1705757063" sldId="260"/>
            <ac:spMk id="2" creationId="{04F4F3AB-A554-6757-F61D-ECAECC7BEE3D}"/>
          </ac:spMkLst>
        </pc:spChg>
        <pc:spChg chg="mod">
          <ac:chgData name="Helmut Pfeffer" userId="36a4703cc2a96bf8" providerId="LiveId" clId="{B9057094-398D-4B4D-8481-BCA43F42E7D7}" dt="2025-07-30T17:45:49.860" v="1635" actId="313"/>
          <ac:spMkLst>
            <pc:docMk/>
            <pc:sldMk cId="1705757063" sldId="260"/>
            <ac:spMk id="3" creationId="{5844DCAB-D4FA-8A09-5FD7-1209E714414F}"/>
          </ac:spMkLst>
        </pc:spChg>
      </pc:sldChg>
      <pc:sldChg chg="addSp modSp add mod">
        <pc:chgData name="Helmut Pfeffer" userId="36a4703cc2a96bf8" providerId="LiveId" clId="{B9057094-398D-4B4D-8481-BCA43F42E7D7}" dt="2025-07-30T17:45:34.501" v="1625" actId="20577"/>
        <pc:sldMkLst>
          <pc:docMk/>
          <pc:sldMk cId="2576464169" sldId="261"/>
        </pc:sldMkLst>
        <pc:spChg chg="mod">
          <ac:chgData name="Helmut Pfeffer" userId="36a4703cc2a96bf8" providerId="LiveId" clId="{B9057094-398D-4B4D-8481-BCA43F42E7D7}" dt="2025-07-30T15:28:14.277" v="110" actId="20577"/>
          <ac:spMkLst>
            <pc:docMk/>
            <pc:sldMk cId="2576464169" sldId="261"/>
            <ac:spMk id="2" creationId="{828BE2CF-6885-88F4-2F2C-D95D7475E407}"/>
          </ac:spMkLst>
        </pc:spChg>
        <pc:spChg chg="mod">
          <ac:chgData name="Helmut Pfeffer" userId="36a4703cc2a96bf8" providerId="LiveId" clId="{B9057094-398D-4B4D-8481-BCA43F42E7D7}" dt="2025-07-30T15:27:10.975" v="89" actId="404"/>
          <ac:spMkLst>
            <pc:docMk/>
            <pc:sldMk cId="2576464169" sldId="261"/>
            <ac:spMk id="3" creationId="{26040C6D-68A0-D2E7-E7C7-06AC58E5DB84}"/>
          </ac:spMkLst>
        </pc:spChg>
        <pc:spChg chg="add mod">
          <ac:chgData name="Helmut Pfeffer" userId="36a4703cc2a96bf8" providerId="LiveId" clId="{B9057094-398D-4B4D-8481-BCA43F42E7D7}" dt="2025-07-30T17:45:34.501" v="1625" actId="20577"/>
          <ac:spMkLst>
            <pc:docMk/>
            <pc:sldMk cId="2576464169" sldId="261"/>
            <ac:spMk id="12" creationId="{47E9DB33-B73B-6679-D1BB-8E093069C83E}"/>
          </ac:spMkLst>
        </pc:spChg>
        <pc:grpChg chg="mod">
          <ac:chgData name="Helmut Pfeffer" userId="36a4703cc2a96bf8" providerId="LiveId" clId="{B9057094-398D-4B4D-8481-BCA43F42E7D7}" dt="2025-07-30T15:27:32.791" v="96"/>
          <ac:grpSpMkLst>
            <pc:docMk/>
            <pc:sldMk cId="2576464169" sldId="261"/>
            <ac:grpSpMk id="11" creationId="{05927E96-60B7-2E86-4ED4-34F4A6EAA46B}"/>
          </ac:grpSpMkLst>
        </pc:grpChg>
        <pc:inkChg chg="add mod">
          <ac:chgData name="Helmut Pfeffer" userId="36a4703cc2a96bf8" providerId="LiveId" clId="{B9057094-398D-4B4D-8481-BCA43F42E7D7}" dt="2025-07-30T15:27:32.791" v="96"/>
          <ac:inkMkLst>
            <pc:docMk/>
            <pc:sldMk cId="2576464169" sldId="261"/>
            <ac:inkMk id="6" creationId="{5363B134-928B-245B-14B3-1BE90E6D4229}"/>
          </ac:inkMkLst>
        </pc:inkChg>
        <pc:inkChg chg="add mod">
          <ac:chgData name="Helmut Pfeffer" userId="36a4703cc2a96bf8" providerId="LiveId" clId="{B9057094-398D-4B4D-8481-BCA43F42E7D7}" dt="2025-07-30T15:27:32.791" v="96"/>
          <ac:inkMkLst>
            <pc:docMk/>
            <pc:sldMk cId="2576464169" sldId="261"/>
            <ac:inkMk id="7" creationId="{9C4FDB7B-ED3F-51F7-D509-569A0AD27F33}"/>
          </ac:inkMkLst>
        </pc:inkChg>
        <pc:inkChg chg="add mod">
          <ac:chgData name="Helmut Pfeffer" userId="36a4703cc2a96bf8" providerId="LiveId" clId="{B9057094-398D-4B4D-8481-BCA43F42E7D7}" dt="2025-07-30T15:27:32.791" v="96"/>
          <ac:inkMkLst>
            <pc:docMk/>
            <pc:sldMk cId="2576464169" sldId="261"/>
            <ac:inkMk id="8" creationId="{9B6EEA2C-4FEC-0C50-7100-C19E94E47802}"/>
          </ac:inkMkLst>
        </pc:inkChg>
        <pc:inkChg chg="add mod">
          <ac:chgData name="Helmut Pfeffer" userId="36a4703cc2a96bf8" providerId="LiveId" clId="{B9057094-398D-4B4D-8481-BCA43F42E7D7}" dt="2025-07-30T15:27:32.791" v="96"/>
          <ac:inkMkLst>
            <pc:docMk/>
            <pc:sldMk cId="2576464169" sldId="261"/>
            <ac:inkMk id="9" creationId="{22923D5F-D970-5768-25E9-3C218E0E794B}"/>
          </ac:inkMkLst>
        </pc:inkChg>
        <pc:inkChg chg="add">
          <ac:chgData name="Helmut Pfeffer" userId="36a4703cc2a96bf8" providerId="LiveId" clId="{B9057094-398D-4B4D-8481-BCA43F42E7D7}" dt="2025-07-30T15:27:32.187" v="95" actId="9405"/>
          <ac:inkMkLst>
            <pc:docMk/>
            <pc:sldMk cId="2576464169" sldId="261"/>
            <ac:inkMk id="10" creationId="{8D98EC7F-432D-8FD4-6801-2C3C81154C20}"/>
          </ac:inkMkLst>
        </pc:inkChg>
        <pc:cxnChg chg="add">
          <ac:chgData name="Helmut Pfeffer" userId="36a4703cc2a96bf8" providerId="LiveId" clId="{B9057094-398D-4B4D-8481-BCA43F42E7D7}" dt="2025-07-30T15:27:25.205" v="90" actId="11529"/>
          <ac:cxnSpMkLst>
            <pc:docMk/>
            <pc:sldMk cId="2576464169" sldId="261"/>
            <ac:cxnSpMk id="5" creationId="{A70DFF40-AB98-3789-55ED-DA4DCBB8EFAB}"/>
          </ac:cxnSpMkLst>
        </pc:cxnChg>
      </pc:sldChg>
      <pc:sldChg chg="modSp add mod">
        <pc:chgData name="Helmut Pfeffer" userId="36a4703cc2a96bf8" providerId="LiveId" clId="{B9057094-398D-4B4D-8481-BCA43F42E7D7}" dt="2025-08-06T08:37:23.974" v="6265" actId="27636"/>
        <pc:sldMkLst>
          <pc:docMk/>
          <pc:sldMk cId="28798094" sldId="262"/>
        </pc:sldMkLst>
        <pc:spChg chg="mod">
          <ac:chgData name="Helmut Pfeffer" userId="36a4703cc2a96bf8" providerId="LiveId" clId="{B9057094-398D-4B4D-8481-BCA43F42E7D7}" dt="2025-07-30T15:36:13.947" v="217" actId="6549"/>
          <ac:spMkLst>
            <pc:docMk/>
            <pc:sldMk cId="28798094" sldId="262"/>
            <ac:spMk id="2" creationId="{F9630A83-BB9E-5247-FF9B-167B118368B9}"/>
          </ac:spMkLst>
        </pc:spChg>
        <pc:spChg chg="mod">
          <ac:chgData name="Helmut Pfeffer" userId="36a4703cc2a96bf8" providerId="LiveId" clId="{B9057094-398D-4B4D-8481-BCA43F42E7D7}" dt="2025-08-06T08:37:23.974" v="6265" actId="27636"/>
          <ac:spMkLst>
            <pc:docMk/>
            <pc:sldMk cId="28798094" sldId="262"/>
            <ac:spMk id="12" creationId="{85B48E75-7914-ABD4-D107-8C0ABE26BB67}"/>
          </ac:spMkLst>
        </pc:spChg>
        <pc:cxnChg chg="mod">
          <ac:chgData name="Helmut Pfeffer" userId="36a4703cc2a96bf8" providerId="LiveId" clId="{B9057094-398D-4B4D-8481-BCA43F42E7D7}" dt="2025-07-30T15:35:36.536" v="153" actId="14100"/>
          <ac:cxnSpMkLst>
            <pc:docMk/>
            <pc:sldMk cId="28798094" sldId="262"/>
            <ac:cxnSpMk id="5" creationId="{07137E30-7624-B745-B621-37B5A1A92BA9}"/>
          </ac:cxnSpMkLst>
        </pc:cxnChg>
      </pc:sldChg>
      <pc:sldChg chg="modSp add mod">
        <pc:chgData name="Helmut Pfeffer" userId="36a4703cc2a96bf8" providerId="LiveId" clId="{B9057094-398D-4B4D-8481-BCA43F42E7D7}" dt="2025-07-30T17:45:40.099" v="1629" actId="20577"/>
        <pc:sldMkLst>
          <pc:docMk/>
          <pc:sldMk cId="702996690" sldId="263"/>
        </pc:sldMkLst>
        <pc:spChg chg="mod">
          <ac:chgData name="Helmut Pfeffer" userId="36a4703cc2a96bf8" providerId="LiveId" clId="{B9057094-398D-4B4D-8481-BCA43F42E7D7}" dt="2025-07-30T15:38:27.554" v="245" actId="20577"/>
          <ac:spMkLst>
            <pc:docMk/>
            <pc:sldMk cId="702996690" sldId="263"/>
            <ac:spMk id="2" creationId="{CB75E3F3-5CC9-65D2-87C8-658A6355873E}"/>
          </ac:spMkLst>
        </pc:spChg>
        <pc:spChg chg="mod">
          <ac:chgData name="Helmut Pfeffer" userId="36a4703cc2a96bf8" providerId="LiveId" clId="{B9057094-398D-4B4D-8481-BCA43F42E7D7}" dt="2025-07-30T17:45:40.099" v="1629" actId="20577"/>
          <ac:spMkLst>
            <pc:docMk/>
            <pc:sldMk cId="702996690" sldId="263"/>
            <ac:spMk id="12" creationId="{7909D31E-0D05-A3C0-E509-EF2CE099540F}"/>
          </ac:spMkLst>
        </pc:spChg>
        <pc:cxnChg chg="mod">
          <ac:chgData name="Helmut Pfeffer" userId="36a4703cc2a96bf8" providerId="LiveId" clId="{B9057094-398D-4B4D-8481-BCA43F42E7D7}" dt="2025-07-30T15:36:26.769" v="219" actId="14100"/>
          <ac:cxnSpMkLst>
            <pc:docMk/>
            <pc:sldMk cId="702996690" sldId="263"/>
            <ac:cxnSpMk id="5" creationId="{BD83C662-9092-5763-0131-EC5434C240C8}"/>
          </ac:cxnSpMkLst>
        </pc:cxnChg>
      </pc:sldChg>
      <pc:sldChg chg="modSp add mod">
        <pc:chgData name="Helmut Pfeffer" userId="36a4703cc2a96bf8" providerId="LiveId" clId="{B9057094-398D-4B4D-8481-BCA43F42E7D7}" dt="2025-07-30T16:23:27.066" v="781" actId="20577"/>
        <pc:sldMkLst>
          <pc:docMk/>
          <pc:sldMk cId="3919884504" sldId="264"/>
        </pc:sldMkLst>
        <pc:spChg chg="mod">
          <ac:chgData name="Helmut Pfeffer" userId="36a4703cc2a96bf8" providerId="LiveId" clId="{B9057094-398D-4B4D-8481-BCA43F42E7D7}" dt="2025-07-30T16:22:43.375" v="713" actId="20577"/>
          <ac:spMkLst>
            <pc:docMk/>
            <pc:sldMk cId="3919884504" sldId="264"/>
            <ac:spMk id="2" creationId="{92673584-C381-3C1A-25D8-C1BB9EE7E442}"/>
          </ac:spMkLst>
        </pc:spChg>
        <pc:spChg chg="mod">
          <ac:chgData name="Helmut Pfeffer" userId="36a4703cc2a96bf8" providerId="LiveId" clId="{B9057094-398D-4B4D-8481-BCA43F42E7D7}" dt="2025-07-30T16:23:27.066" v="781" actId="20577"/>
          <ac:spMkLst>
            <pc:docMk/>
            <pc:sldMk cId="3919884504" sldId="264"/>
            <ac:spMk id="12" creationId="{0F8BC174-A6FE-CDA8-07D1-C25D819EF7FF}"/>
          </ac:spMkLst>
        </pc:spChg>
        <pc:cxnChg chg="mod">
          <ac:chgData name="Helmut Pfeffer" userId="36a4703cc2a96bf8" providerId="LiveId" clId="{B9057094-398D-4B4D-8481-BCA43F42E7D7}" dt="2025-07-30T16:22:20.021" v="698" actId="14100"/>
          <ac:cxnSpMkLst>
            <pc:docMk/>
            <pc:sldMk cId="3919884504" sldId="264"/>
            <ac:cxnSpMk id="5" creationId="{D6C1A212-4423-D029-3E2C-94B27C44D94A}"/>
          </ac:cxnSpMkLst>
        </pc:cxnChg>
      </pc:sldChg>
      <pc:sldChg chg="modSp add mod">
        <pc:chgData name="Helmut Pfeffer" userId="36a4703cc2a96bf8" providerId="LiveId" clId="{B9057094-398D-4B4D-8481-BCA43F42E7D7}" dt="2025-07-30T17:43:33.598" v="1465" actId="20577"/>
        <pc:sldMkLst>
          <pc:docMk/>
          <pc:sldMk cId="2363400738" sldId="265"/>
        </pc:sldMkLst>
        <pc:spChg chg="mod">
          <ac:chgData name="Helmut Pfeffer" userId="36a4703cc2a96bf8" providerId="LiveId" clId="{B9057094-398D-4B4D-8481-BCA43F42E7D7}" dt="2025-07-30T16:29:28.658" v="1343" actId="20577"/>
          <ac:spMkLst>
            <pc:docMk/>
            <pc:sldMk cId="2363400738" sldId="265"/>
            <ac:spMk id="2" creationId="{36801B9A-C5F8-73D3-034D-BCC0FEFBA771}"/>
          </ac:spMkLst>
        </pc:spChg>
        <pc:spChg chg="mod">
          <ac:chgData name="Helmut Pfeffer" userId="36a4703cc2a96bf8" providerId="LiveId" clId="{B9057094-398D-4B4D-8481-BCA43F42E7D7}" dt="2025-07-30T17:43:33.598" v="1465" actId="20577"/>
          <ac:spMkLst>
            <pc:docMk/>
            <pc:sldMk cId="2363400738" sldId="265"/>
            <ac:spMk id="3" creationId="{1DA4A4B4-B5D6-8684-DEAB-5E82CBF7D800}"/>
          </ac:spMkLst>
        </pc:spChg>
      </pc:sldChg>
      <pc:sldChg chg="modSp new mod">
        <pc:chgData name="Helmut Pfeffer" userId="36a4703cc2a96bf8" providerId="LiveId" clId="{B9057094-398D-4B4D-8481-BCA43F42E7D7}" dt="2025-07-30T16:29:57.082" v="1399" actId="20577"/>
        <pc:sldMkLst>
          <pc:docMk/>
          <pc:sldMk cId="1798542076" sldId="266"/>
        </pc:sldMkLst>
        <pc:spChg chg="mod">
          <ac:chgData name="Helmut Pfeffer" userId="36a4703cc2a96bf8" providerId="LiveId" clId="{B9057094-398D-4B4D-8481-BCA43F42E7D7}" dt="2025-07-30T16:29:49.883" v="1380" actId="20577"/>
          <ac:spMkLst>
            <pc:docMk/>
            <pc:sldMk cId="1798542076" sldId="266"/>
            <ac:spMk id="2" creationId="{0157ACE2-5A00-EB54-4A47-326AF45BB32D}"/>
          </ac:spMkLst>
        </pc:spChg>
        <pc:spChg chg="mod">
          <ac:chgData name="Helmut Pfeffer" userId="36a4703cc2a96bf8" providerId="LiveId" clId="{B9057094-398D-4B4D-8481-BCA43F42E7D7}" dt="2025-07-30T16:29:57.082" v="1399" actId="20577"/>
          <ac:spMkLst>
            <pc:docMk/>
            <pc:sldMk cId="1798542076" sldId="266"/>
            <ac:spMk id="3" creationId="{CDDFB74B-A8F1-A091-5D01-E7F53C359194}"/>
          </ac:spMkLst>
        </pc:spChg>
      </pc:sldChg>
      <pc:sldChg chg="modSp new mod">
        <pc:chgData name="Helmut Pfeffer" userId="36a4703cc2a96bf8" providerId="LiveId" clId="{B9057094-398D-4B4D-8481-BCA43F42E7D7}" dt="2025-07-30T17:47:38.600" v="2061" actId="20577"/>
        <pc:sldMkLst>
          <pc:docMk/>
          <pc:sldMk cId="1877910811" sldId="267"/>
        </pc:sldMkLst>
        <pc:spChg chg="mod">
          <ac:chgData name="Helmut Pfeffer" userId="36a4703cc2a96bf8" providerId="LiveId" clId="{B9057094-398D-4B4D-8481-BCA43F42E7D7}" dt="2025-07-30T17:43:42.640" v="1493" actId="20577"/>
          <ac:spMkLst>
            <pc:docMk/>
            <pc:sldMk cId="1877910811" sldId="267"/>
            <ac:spMk id="2" creationId="{B53C4979-76A9-CD1B-FBDF-9374B9A19298}"/>
          </ac:spMkLst>
        </pc:spChg>
        <pc:spChg chg="mod">
          <ac:chgData name="Helmut Pfeffer" userId="36a4703cc2a96bf8" providerId="LiveId" clId="{B9057094-398D-4B4D-8481-BCA43F42E7D7}" dt="2025-07-30T17:47:38.600" v="2061" actId="20577"/>
          <ac:spMkLst>
            <pc:docMk/>
            <pc:sldMk cId="1877910811" sldId="267"/>
            <ac:spMk id="3" creationId="{5CF4789C-DE90-5D1A-27A2-B41F50381139}"/>
          </ac:spMkLst>
        </pc:spChg>
      </pc:sldChg>
      <pc:sldChg chg="modSp new mod">
        <pc:chgData name="Helmut Pfeffer" userId="36a4703cc2a96bf8" providerId="LiveId" clId="{B9057094-398D-4B4D-8481-BCA43F42E7D7}" dt="2025-07-30T17:45:06.646" v="1573" actId="20577"/>
        <pc:sldMkLst>
          <pc:docMk/>
          <pc:sldMk cId="2555832101" sldId="268"/>
        </pc:sldMkLst>
        <pc:spChg chg="mod">
          <ac:chgData name="Helmut Pfeffer" userId="36a4703cc2a96bf8" providerId="LiveId" clId="{B9057094-398D-4B4D-8481-BCA43F42E7D7}" dt="2025-07-30T17:45:06.646" v="1573" actId="20577"/>
          <ac:spMkLst>
            <pc:docMk/>
            <pc:sldMk cId="2555832101" sldId="268"/>
            <ac:spMk id="2" creationId="{F857700E-7175-ECBF-20E9-B5305481473F}"/>
          </ac:spMkLst>
        </pc:spChg>
      </pc:sldChg>
      <pc:sldChg chg="modSp new mod">
        <pc:chgData name="Helmut Pfeffer" userId="36a4703cc2a96bf8" providerId="LiveId" clId="{B9057094-398D-4B4D-8481-BCA43F42E7D7}" dt="2025-07-30T17:48:02.283" v="2121" actId="20577"/>
        <pc:sldMkLst>
          <pc:docMk/>
          <pc:sldMk cId="3884632591" sldId="269"/>
        </pc:sldMkLst>
        <pc:spChg chg="mod">
          <ac:chgData name="Helmut Pfeffer" userId="36a4703cc2a96bf8" providerId="LiveId" clId="{B9057094-398D-4B4D-8481-BCA43F42E7D7}" dt="2025-07-30T17:48:02.283" v="2121" actId="20577"/>
          <ac:spMkLst>
            <pc:docMk/>
            <pc:sldMk cId="3884632591" sldId="269"/>
            <ac:spMk id="2" creationId="{0F8D2F3C-6A2A-CC7A-1E4C-A9EDF53EBF08}"/>
          </ac:spMkLst>
        </pc:spChg>
      </pc:sldChg>
      <pc:sldChg chg="modSp new mod">
        <pc:chgData name="Helmut Pfeffer" userId="36a4703cc2a96bf8" providerId="LiveId" clId="{B9057094-398D-4B4D-8481-BCA43F42E7D7}" dt="2025-07-30T17:48:32.763" v="2228" actId="20577"/>
        <pc:sldMkLst>
          <pc:docMk/>
          <pc:sldMk cId="3156554291" sldId="270"/>
        </pc:sldMkLst>
        <pc:spChg chg="mod">
          <ac:chgData name="Helmut Pfeffer" userId="36a4703cc2a96bf8" providerId="LiveId" clId="{B9057094-398D-4B4D-8481-BCA43F42E7D7}" dt="2025-07-30T17:48:19.904" v="2180" actId="20577"/>
          <ac:spMkLst>
            <pc:docMk/>
            <pc:sldMk cId="3156554291" sldId="270"/>
            <ac:spMk id="2" creationId="{DB933D37-97B9-46AF-51A0-A90D7F016E28}"/>
          </ac:spMkLst>
        </pc:spChg>
        <pc:spChg chg="mod">
          <ac:chgData name="Helmut Pfeffer" userId="36a4703cc2a96bf8" providerId="LiveId" clId="{B9057094-398D-4B4D-8481-BCA43F42E7D7}" dt="2025-07-30T17:48:32.763" v="2228" actId="20577"/>
          <ac:spMkLst>
            <pc:docMk/>
            <pc:sldMk cId="3156554291" sldId="270"/>
            <ac:spMk id="3" creationId="{44102771-2F69-6B88-B85B-90A6C98C203C}"/>
          </ac:spMkLst>
        </pc:spChg>
      </pc:sldChg>
      <pc:sldChg chg="modSp new mod">
        <pc:chgData name="Helmut Pfeffer" userId="36a4703cc2a96bf8" providerId="LiveId" clId="{B9057094-398D-4B4D-8481-BCA43F42E7D7}" dt="2025-07-30T17:57:41.498" v="3410" actId="20577"/>
        <pc:sldMkLst>
          <pc:docMk/>
          <pc:sldMk cId="227217038" sldId="271"/>
        </pc:sldMkLst>
        <pc:spChg chg="mod">
          <ac:chgData name="Helmut Pfeffer" userId="36a4703cc2a96bf8" providerId="LiveId" clId="{B9057094-398D-4B4D-8481-BCA43F42E7D7}" dt="2025-07-30T17:57:41.498" v="3410" actId="20577"/>
          <ac:spMkLst>
            <pc:docMk/>
            <pc:sldMk cId="227217038" sldId="271"/>
            <ac:spMk id="2" creationId="{80795BDC-797E-EAC8-71B7-11B408A12873}"/>
          </ac:spMkLst>
        </pc:spChg>
      </pc:sldChg>
      <pc:sldChg chg="modSp new mod">
        <pc:chgData name="Helmut Pfeffer" userId="36a4703cc2a96bf8" providerId="LiveId" clId="{B9057094-398D-4B4D-8481-BCA43F42E7D7}" dt="2025-07-30T17:53:10.077" v="2914" actId="123"/>
        <pc:sldMkLst>
          <pc:docMk/>
          <pc:sldMk cId="121024795" sldId="272"/>
        </pc:sldMkLst>
        <pc:spChg chg="mod">
          <ac:chgData name="Helmut Pfeffer" userId="36a4703cc2a96bf8" providerId="LiveId" clId="{B9057094-398D-4B4D-8481-BCA43F42E7D7}" dt="2025-07-30T17:49:41.052" v="2321" actId="20577"/>
          <ac:spMkLst>
            <pc:docMk/>
            <pc:sldMk cId="121024795" sldId="272"/>
            <ac:spMk id="2" creationId="{92820C9F-1370-211C-2D28-3687CDD88B68}"/>
          </ac:spMkLst>
        </pc:spChg>
        <pc:spChg chg="mod">
          <ac:chgData name="Helmut Pfeffer" userId="36a4703cc2a96bf8" providerId="LiveId" clId="{B9057094-398D-4B4D-8481-BCA43F42E7D7}" dt="2025-07-30T17:53:10.077" v="2914" actId="123"/>
          <ac:spMkLst>
            <pc:docMk/>
            <pc:sldMk cId="121024795" sldId="272"/>
            <ac:spMk id="3" creationId="{CA13AB0A-B298-F6FB-1CBE-7AF4A9A7122B}"/>
          </ac:spMkLst>
        </pc:spChg>
      </pc:sldChg>
      <pc:sldChg chg="modSp new mod">
        <pc:chgData name="Helmut Pfeffer" userId="36a4703cc2a96bf8" providerId="LiveId" clId="{B9057094-398D-4B4D-8481-BCA43F42E7D7}" dt="2025-07-30T18:01:29.544" v="3978" actId="20577"/>
        <pc:sldMkLst>
          <pc:docMk/>
          <pc:sldMk cId="3045461594" sldId="273"/>
        </pc:sldMkLst>
        <pc:spChg chg="mod">
          <ac:chgData name="Helmut Pfeffer" userId="36a4703cc2a96bf8" providerId="LiveId" clId="{B9057094-398D-4B4D-8481-BCA43F42E7D7}" dt="2025-07-30T17:53:24.525" v="2954" actId="20577"/>
          <ac:spMkLst>
            <pc:docMk/>
            <pc:sldMk cId="3045461594" sldId="273"/>
            <ac:spMk id="2" creationId="{7AF2F747-2FD2-7CD2-CA06-CFFFFBAE1956}"/>
          </ac:spMkLst>
        </pc:spChg>
        <pc:spChg chg="mod">
          <ac:chgData name="Helmut Pfeffer" userId="36a4703cc2a96bf8" providerId="LiveId" clId="{B9057094-398D-4B4D-8481-BCA43F42E7D7}" dt="2025-07-30T18:01:29.544" v="3978" actId="20577"/>
          <ac:spMkLst>
            <pc:docMk/>
            <pc:sldMk cId="3045461594" sldId="273"/>
            <ac:spMk id="3" creationId="{5C52DCB8-0B4A-7BD0-F74E-139E671AF361}"/>
          </ac:spMkLst>
        </pc:spChg>
      </pc:sldChg>
      <pc:sldChg chg="modSp new mod">
        <pc:chgData name="Helmut Pfeffer" userId="36a4703cc2a96bf8" providerId="LiveId" clId="{B9057094-398D-4B4D-8481-BCA43F42E7D7}" dt="2025-07-30T18:03:16.641" v="4222" actId="20577"/>
        <pc:sldMkLst>
          <pc:docMk/>
          <pc:sldMk cId="1721787003" sldId="274"/>
        </pc:sldMkLst>
        <pc:spChg chg="mod">
          <ac:chgData name="Helmut Pfeffer" userId="36a4703cc2a96bf8" providerId="LiveId" clId="{B9057094-398D-4B4D-8481-BCA43F42E7D7}" dt="2025-07-30T17:56:10.207" v="3270" actId="20577"/>
          <ac:spMkLst>
            <pc:docMk/>
            <pc:sldMk cId="1721787003" sldId="274"/>
            <ac:spMk id="2" creationId="{FCCA98C8-C10B-DFB4-B693-815AE9745716}"/>
          </ac:spMkLst>
        </pc:spChg>
        <pc:spChg chg="mod">
          <ac:chgData name="Helmut Pfeffer" userId="36a4703cc2a96bf8" providerId="LiveId" clId="{B9057094-398D-4B4D-8481-BCA43F42E7D7}" dt="2025-07-30T18:03:16.641" v="4222" actId="20577"/>
          <ac:spMkLst>
            <pc:docMk/>
            <pc:sldMk cId="1721787003" sldId="274"/>
            <ac:spMk id="3" creationId="{2792BC09-62F9-EF1C-75A9-20F6A601693B}"/>
          </ac:spMkLst>
        </pc:spChg>
      </pc:sldChg>
      <pc:sldChg chg="modSp new mod ord">
        <pc:chgData name="Helmut Pfeffer" userId="36a4703cc2a96bf8" providerId="LiveId" clId="{B9057094-398D-4B4D-8481-BCA43F42E7D7}" dt="2025-07-30T17:59:35.688" v="3681"/>
        <pc:sldMkLst>
          <pc:docMk/>
          <pc:sldMk cId="1220798656" sldId="275"/>
        </pc:sldMkLst>
        <pc:spChg chg="mod">
          <ac:chgData name="Helmut Pfeffer" userId="36a4703cc2a96bf8" providerId="LiveId" clId="{B9057094-398D-4B4D-8481-BCA43F42E7D7}" dt="2025-07-30T17:59:35.688" v="3681"/>
          <ac:spMkLst>
            <pc:docMk/>
            <pc:sldMk cId="1220798656" sldId="275"/>
            <ac:spMk id="2" creationId="{F0EB4754-82C2-DF06-573B-6F10615DFB3C}"/>
          </ac:spMkLst>
        </pc:spChg>
        <pc:spChg chg="mod">
          <ac:chgData name="Helmut Pfeffer" userId="36a4703cc2a96bf8" providerId="LiveId" clId="{B9057094-398D-4B4D-8481-BCA43F42E7D7}" dt="2025-07-30T17:59:07.940" v="3648" actId="20577"/>
          <ac:spMkLst>
            <pc:docMk/>
            <pc:sldMk cId="1220798656" sldId="275"/>
            <ac:spMk id="3" creationId="{4021CE1E-586D-3947-4ED0-1B84699120DF}"/>
          </ac:spMkLst>
        </pc:spChg>
      </pc:sldChg>
      <pc:sldChg chg="modSp new mod">
        <pc:chgData name="Helmut Pfeffer" userId="36a4703cc2a96bf8" providerId="LiveId" clId="{B9057094-398D-4B4D-8481-BCA43F42E7D7}" dt="2025-07-30T18:05:59.254" v="4741" actId="20577"/>
        <pc:sldMkLst>
          <pc:docMk/>
          <pc:sldMk cId="2025177147" sldId="276"/>
        </pc:sldMkLst>
        <pc:spChg chg="mod">
          <ac:chgData name="Helmut Pfeffer" userId="36a4703cc2a96bf8" providerId="LiveId" clId="{B9057094-398D-4B4D-8481-BCA43F42E7D7}" dt="2025-07-30T18:03:53.329" v="4308" actId="313"/>
          <ac:spMkLst>
            <pc:docMk/>
            <pc:sldMk cId="2025177147" sldId="276"/>
            <ac:spMk id="2" creationId="{C1E1531B-2ECE-EDA1-4E43-18B8D9F79357}"/>
          </ac:spMkLst>
        </pc:spChg>
        <pc:spChg chg="mod">
          <ac:chgData name="Helmut Pfeffer" userId="36a4703cc2a96bf8" providerId="LiveId" clId="{B9057094-398D-4B4D-8481-BCA43F42E7D7}" dt="2025-07-30T18:05:59.254" v="4741" actId="20577"/>
          <ac:spMkLst>
            <pc:docMk/>
            <pc:sldMk cId="2025177147" sldId="276"/>
            <ac:spMk id="3" creationId="{0D6EA046-A6DC-F703-CC73-147CA82DB09C}"/>
          </ac:spMkLst>
        </pc:spChg>
      </pc:sldChg>
      <pc:sldChg chg="modSp new mod">
        <pc:chgData name="Helmut Pfeffer" userId="36a4703cc2a96bf8" providerId="LiveId" clId="{B9057094-398D-4B4D-8481-BCA43F42E7D7}" dt="2025-07-30T18:05:00.522" v="4566" actId="20577"/>
        <pc:sldMkLst>
          <pc:docMk/>
          <pc:sldMk cId="1159248369" sldId="277"/>
        </pc:sldMkLst>
        <pc:spChg chg="mod">
          <ac:chgData name="Helmut Pfeffer" userId="36a4703cc2a96bf8" providerId="LiveId" clId="{B9057094-398D-4B4D-8481-BCA43F42E7D7}" dt="2025-07-30T18:04:28.317" v="4449" actId="20577"/>
          <ac:spMkLst>
            <pc:docMk/>
            <pc:sldMk cId="1159248369" sldId="277"/>
            <ac:spMk id="2" creationId="{521F3FFC-79A0-46EB-CD6C-2D733EA312B4}"/>
          </ac:spMkLst>
        </pc:spChg>
        <pc:spChg chg="mod">
          <ac:chgData name="Helmut Pfeffer" userId="36a4703cc2a96bf8" providerId="LiveId" clId="{B9057094-398D-4B4D-8481-BCA43F42E7D7}" dt="2025-07-30T18:05:00.522" v="4566" actId="20577"/>
          <ac:spMkLst>
            <pc:docMk/>
            <pc:sldMk cId="1159248369" sldId="277"/>
            <ac:spMk id="3" creationId="{1BB5760F-73E2-7D35-A189-252EC36AFE39}"/>
          </ac:spMkLst>
        </pc:spChg>
      </pc:sldChg>
      <pc:sldChg chg="modSp new mod">
        <pc:chgData name="Helmut Pfeffer" userId="36a4703cc2a96bf8" providerId="LiveId" clId="{B9057094-398D-4B4D-8481-BCA43F42E7D7}" dt="2025-08-06T08:23:01.072" v="5227" actId="20577"/>
        <pc:sldMkLst>
          <pc:docMk/>
          <pc:sldMk cId="4192421841" sldId="278"/>
        </pc:sldMkLst>
        <pc:spChg chg="mod">
          <ac:chgData name="Helmut Pfeffer" userId="36a4703cc2a96bf8" providerId="LiveId" clId="{B9057094-398D-4B4D-8481-BCA43F42E7D7}" dt="2025-07-30T18:06:36.234" v="4803" actId="20577"/>
          <ac:spMkLst>
            <pc:docMk/>
            <pc:sldMk cId="4192421841" sldId="278"/>
            <ac:spMk id="2" creationId="{2158DCE3-9137-C198-C422-B1B7582FDC73}"/>
          </ac:spMkLst>
        </pc:spChg>
        <pc:spChg chg="mod">
          <ac:chgData name="Helmut Pfeffer" userId="36a4703cc2a96bf8" providerId="LiveId" clId="{B9057094-398D-4B4D-8481-BCA43F42E7D7}" dt="2025-08-06T08:23:01.072" v="5227" actId="20577"/>
          <ac:spMkLst>
            <pc:docMk/>
            <pc:sldMk cId="4192421841" sldId="278"/>
            <ac:spMk id="3" creationId="{7A08C4B4-C4B5-B5FF-9869-74A46B42CC57}"/>
          </ac:spMkLst>
        </pc:spChg>
      </pc:sldChg>
      <pc:sldChg chg="modSp new mod ord">
        <pc:chgData name="Helmut Pfeffer" userId="36a4703cc2a96bf8" providerId="LiveId" clId="{B9057094-398D-4B4D-8481-BCA43F42E7D7}" dt="2025-07-30T18:09:10.651" v="5207" actId="20577"/>
        <pc:sldMkLst>
          <pc:docMk/>
          <pc:sldMk cId="2574765060" sldId="279"/>
        </pc:sldMkLst>
        <pc:spChg chg="mod">
          <ac:chgData name="Helmut Pfeffer" userId="36a4703cc2a96bf8" providerId="LiveId" clId="{B9057094-398D-4B4D-8481-BCA43F42E7D7}" dt="2025-07-30T18:09:10.651" v="5207" actId="20577"/>
          <ac:spMkLst>
            <pc:docMk/>
            <pc:sldMk cId="2574765060" sldId="279"/>
            <ac:spMk id="2" creationId="{B8B0EB58-3E91-9EC7-8BC0-4C6F53833CD7}"/>
          </ac:spMkLst>
        </pc:spChg>
        <pc:spChg chg="mod">
          <ac:chgData name="Helmut Pfeffer" userId="36a4703cc2a96bf8" providerId="LiveId" clId="{B9057094-398D-4B4D-8481-BCA43F42E7D7}" dt="2025-07-30T18:08:43.094" v="5137" actId="21"/>
          <ac:spMkLst>
            <pc:docMk/>
            <pc:sldMk cId="2574765060" sldId="279"/>
            <ac:spMk id="3" creationId="{C75E8E05-6752-572D-6B68-8D720CB3F545}"/>
          </ac:spMkLst>
        </pc:spChg>
      </pc:sldChg>
      <pc:sldChg chg="modSp new mod">
        <pc:chgData name="Helmut Pfeffer" userId="36a4703cc2a96bf8" providerId="LiveId" clId="{B9057094-398D-4B4D-8481-BCA43F42E7D7}" dt="2025-08-06T08:27:49.165" v="5803" actId="20577"/>
        <pc:sldMkLst>
          <pc:docMk/>
          <pc:sldMk cId="4001473929" sldId="280"/>
        </pc:sldMkLst>
        <pc:spChg chg="mod">
          <ac:chgData name="Helmut Pfeffer" userId="36a4703cc2a96bf8" providerId="LiveId" clId="{B9057094-398D-4B4D-8481-BCA43F42E7D7}" dt="2025-08-06T08:24:01.266" v="5285" actId="20577"/>
          <ac:spMkLst>
            <pc:docMk/>
            <pc:sldMk cId="4001473929" sldId="280"/>
            <ac:spMk id="2" creationId="{50B62B28-34FD-EB6F-E369-91A66CB8BD50}"/>
          </ac:spMkLst>
        </pc:spChg>
        <pc:spChg chg="mod">
          <ac:chgData name="Helmut Pfeffer" userId="36a4703cc2a96bf8" providerId="LiveId" clId="{B9057094-398D-4B4D-8481-BCA43F42E7D7}" dt="2025-08-06T08:27:49.165" v="5803" actId="20577"/>
          <ac:spMkLst>
            <pc:docMk/>
            <pc:sldMk cId="4001473929" sldId="280"/>
            <ac:spMk id="3" creationId="{75B31AD6-CD75-6946-805D-6CF33185957B}"/>
          </ac:spMkLst>
        </pc:spChg>
      </pc:sldChg>
      <pc:sldChg chg="modSp add mod">
        <pc:chgData name="Helmut Pfeffer" userId="36a4703cc2a96bf8" providerId="LiveId" clId="{B9057094-398D-4B4D-8481-BCA43F42E7D7}" dt="2025-08-06T08:40:56.012" v="6800" actId="20577"/>
        <pc:sldMkLst>
          <pc:docMk/>
          <pc:sldMk cId="1428947473" sldId="281"/>
        </pc:sldMkLst>
        <pc:spChg chg="mod">
          <ac:chgData name="Helmut Pfeffer" userId="36a4703cc2a96bf8" providerId="LiveId" clId="{B9057094-398D-4B4D-8481-BCA43F42E7D7}" dt="2025-08-06T08:37:32.900" v="6273" actId="20577"/>
          <ac:spMkLst>
            <pc:docMk/>
            <pc:sldMk cId="1428947473" sldId="281"/>
            <ac:spMk id="2" creationId="{5D097D39-DB9F-78C5-6C5A-D7B922448DFD}"/>
          </ac:spMkLst>
        </pc:spChg>
        <pc:spChg chg="mod">
          <ac:chgData name="Helmut Pfeffer" userId="36a4703cc2a96bf8" providerId="LiveId" clId="{B9057094-398D-4B4D-8481-BCA43F42E7D7}" dt="2025-08-06T08:40:56.012" v="6800" actId="20577"/>
          <ac:spMkLst>
            <pc:docMk/>
            <pc:sldMk cId="1428947473" sldId="281"/>
            <ac:spMk id="12" creationId="{29144378-BB97-CE23-C31F-7371C5882BC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2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24575,'5'9'0,"1"37"0,-1 36 0,4 27 0,4 29 0,5 29 0,-2 9 0,7 0 0,6-9 0,4-15 0,0-20 0,-6-29 0,-3-31 0,-5-29-8191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 24575,'0'-2'0,"1"1"0,-1-1 0,1 1 0,-1 0 0,1-1 0,-1 1 0,1 0 0,0-1 0,0 1 0,0 0 0,-1 0 0,1 0 0,1-1 0,-1 1 0,0 0 0,0 1 0,0-1 0,0 0 0,3-1 0,-2 0 0,18-13 0,2 1 0,-1 1 0,2 1 0,46-19 0,106-24 0,-171 53 0,117-29 0,1 5 0,0 5 0,2 6 0,170 0 0,-226 16 0,1 2 0,68 13 0,-114-12 0,0 1 0,-1 1 0,1 0 0,-1 2 0,-1 1 0,0 0 0,0 2 0,0 0 0,30 24 0,-44-30 0,-1 1 0,0 0 0,0 0 0,0 0 0,-1 1 0,0 0 0,0 0 0,0 1 0,-1-1 0,0 1 0,-1 0 0,0 0 0,0 0 0,-1 0 0,0 0 0,0 1 0,-1-1 0,1 16 0,-3-11 0,0 0 0,-1 0 0,0 0 0,-2 0 0,1 0 0,-1-1 0,-1 1 0,0-1 0,-1 0 0,0-1 0,-14 20 0,-5 1 0,-1 0 0,-1-1 0,-2-2 0,-1-1 0,-1-1 0,-49 31 0,-221 119 0,232-140 0,-226 107 0,282-135 0,32-5 0,-1-2 0,68 13 0,0 3 0,-1 4 0,-1 4 0,-1 4 0,-1 3 0,-2 3 0,119 75 0,-178-97 0,-1 0 0,0 1 0,-1 2 0,-1-1 0,0 2 0,23 31 0,-35-41 0,-1 0 0,0 1 0,0 0 0,-1 0 0,0 0 0,-1 0 0,0 1 0,0-1 0,-1 1 0,0-1 0,-1 1 0,0 0 0,0 0 0,-1 0 0,-1 0 0,0 0 0,0-1 0,0 1 0,-5 12 0,1-5 0,-1 0 0,-1 0 0,-1-1 0,0 1 0,-1-2 0,0 1 0,-2-1 0,0-1 0,0 0 0,-1 0 0,-15 12 0,7-10 0,-1 0 0,-1-1 0,0-1 0,-1-1 0,-1-1 0,-45 16 0,-1-7 0,0-4 0,-1-3 0,0-3 0,-112 2 0,147-11-78,-266 5 286,255-9-507,1-2 0,-1-2 0,1-2 0,-62-19 0,64 11-6527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24575,'0'4'0,"0"6"0,0 5 0,0 9 0,0 5 0,0 6 0,0 2 0,0 2 0,0 4 0,0-1 0,0-4 0,0-8-8191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24575,'-6'4'0,"-1"1"0,0-1 0,0 0 0,0-1 0,-1 0 0,-14 5 0,-17 7 0,15-3 0,9-4 0,0 0 0,0 0 0,1 1 0,-14 12 0,24-17 0,0 0 0,0 0 0,0 0 0,1 1 0,0-1 0,0 1 0,0 0 0,0 0 0,1 0 0,-1 0 0,1 1 0,1-1 0,-1 1 0,1-1 0,0 1 0,0 6 0,0-2 0,0 0 0,1 0 0,1 0 0,0 0 0,0 0 0,1 0 0,0 0 0,1 0 0,6 15 0,-7-21 0,0 0 0,0 0 0,1 0 0,-1 0 0,1 0 0,0 0 0,0-1 0,0 1 0,0-1 0,1 0 0,0 0 0,-1-1 0,1 1 0,0-1 0,0 1 0,0-1 0,1 0 0,-1-1 0,0 1 0,1-1 0,-1 0 0,10 1 0,1-1 0,0 0 0,1-1 0,-1-1 0,0-1 0,1 0 0,-1-1 0,0 0 0,-1-1 0,1-1 0,-1-1 0,16-7 0,-24 10 0,1-1 0,-1 0 0,1 0 0,-1 0 0,-1-1 0,1 0 0,-1 0 0,1-1 0,-2 1 0,1-1 0,0 0 0,-1 0 0,0-1 0,-1 1 0,1-1 0,-1 0 0,-1 0 0,1 0 0,-1 0 0,0 0 0,-1 0 0,0-1 0,0 1 0,0-10 0,-6-42 0,5 59 0,-1 0 0,1 0 0,0 0 0,0 0 0,0 0 0,0-1 0,0 1 0,0 0 0,0 0 0,0 0 0,0 0 0,0 0 0,0-1 0,0 1 0,0 0 0,0 0 0,0 0 0,0 0 0,0-1 0,0 1 0,0 0 0,0 0 0,0 0 0,0 0 0,0 0 0,0-1 0,0 1 0,0 0 0,0 0 0,1 0 0,-1 0 0,0 0 0,0 0 0,0-1 0,0 1 0,0 0 0,0 0 0,0 0 0,1 0 0,-1 0 0,0 0 0,0 0 0,0 0 0,0 0 0,0 0 0,1 0 0,-1 0 0,0 0 0,0-1 0,0 1 0,0 0 0,1 0 0,-1 0 0,0 1 0,0-1 0,0 0 0,0 0 0,0 0 0,1 0 0,-1 0 0,0 0 0,0 0 0,0 0 0,0 0 0,0 0 0,1 0 0,-1 0 0,0 0 0,0 1 0,17 14 0,29 39 0,-32-37 0,87 96 0,-43-50 0,99 141 0,-141-180 0,-2 1 0,-1 0 0,-1 1 0,-2 0 0,0 1 0,-1 0 0,-2 1 0,-1 0 0,-1 0 0,1 32 0,-5-37 0,-2-1 0,0 1 0,-1 0 0,-1 0 0,-1-1 0,-1 1 0,-1-1 0,-12 28 0,14-40 0,-1 0 0,0-1 0,0 0 0,-1 0 0,0 0 0,0-1 0,-1 0 0,0 0 0,-1 0 0,0-1 0,0-1 0,0 1 0,-1-1 0,0 0 0,0-1 0,-1 0 0,1-1 0,-1 0 0,0 0 0,-12 2 0,-14-1-24,0-1-1,0-2 1,0-2-1,-50-5 1,16 1-1219,42 3-5583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2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24575,'5'9'0,"1"37"0,-1 36 0,4 27 0,4 29 0,5 29 0,-2 9 0,7 0 0,6-9 0,4-15 0,0-20 0,-6-29 0,-3-31 0,-5-29-8191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 24575,'0'-2'0,"1"1"0,-1-1 0,1 1 0,-1 0 0,1-1 0,-1 1 0,1 0 0,0-1 0,0 1 0,0 0 0,-1 0 0,1 0 0,1-1 0,-1 1 0,0 0 0,0 1 0,0-1 0,0 0 0,3-1 0,-2 0 0,18-13 0,2 1 0,-1 1 0,2 1 0,46-19 0,106-24 0,-171 53 0,117-29 0,1 5 0,0 5 0,2 6 0,170 0 0,-226 16 0,1 2 0,68 13 0,-114-12 0,0 1 0,-1 1 0,1 0 0,-1 2 0,-1 1 0,0 0 0,0 2 0,0 0 0,30 24 0,-44-30 0,-1 1 0,0 0 0,0 0 0,0 0 0,-1 1 0,0 0 0,0 0 0,0 1 0,-1-1 0,0 1 0,-1 0 0,0 0 0,0 0 0,-1 0 0,0 0 0,0 1 0,-1-1 0,1 16 0,-3-11 0,0 0 0,-1 0 0,0 0 0,-2 0 0,1 0 0,-1-1 0,-1 1 0,0-1 0,-1 0 0,0-1 0,-14 20 0,-5 1 0,-1 0 0,-1-1 0,-2-2 0,-1-1 0,-1-1 0,-49 31 0,-221 119 0,232-140 0,-226 107 0,282-135 0,32-5 0,-1-2 0,68 13 0,0 3 0,-1 4 0,-1 4 0,-1 4 0,-1 3 0,-2 3 0,119 75 0,-178-97 0,-1 0 0,0 1 0,-1 2 0,-1-1 0,0 2 0,23 31 0,-35-41 0,-1 0 0,0 1 0,0 0 0,-1 0 0,0 0 0,-1 0 0,0 1 0,0-1 0,-1 1 0,0-1 0,-1 1 0,0 0 0,0 0 0,-1 0 0,-1 0 0,0 0 0,0-1 0,0 1 0,-5 12 0,1-5 0,-1 0 0,-1 0 0,-1-1 0,0 1 0,-1-2 0,0 1 0,-2-1 0,0-1 0,0 0 0,-1 0 0,-15 12 0,7-10 0,-1 0 0,-1-1 0,0-1 0,-1-1 0,-1-1 0,-45 16 0,-1-7 0,0-4 0,-1-3 0,0-3 0,-112 2 0,147-11-78,-266 5 286,255-9-507,1-2 0,-1-2 0,1-2 0,-62-19 0,64 11-6527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24575,'0'4'0,"0"6"0,0 5 0,0 9 0,0 5 0,0 6 0,0 2 0,0 2 0,0 4 0,0-1 0,0-4 0,0-8-8191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24575,'-6'4'0,"-1"1"0,0-1 0,0 0 0,0-1 0,-1 0 0,-14 5 0,-17 7 0,15-3 0,9-4 0,0 0 0,0 0 0,1 1 0,-14 12 0,24-17 0,0 0 0,0 0 0,0 0 0,1 1 0,0-1 0,0 1 0,0 0 0,0 0 0,1 0 0,-1 0 0,1 1 0,1-1 0,-1 1 0,1-1 0,0 1 0,0 6 0,0-2 0,0 0 0,1 0 0,1 0 0,0 0 0,0 0 0,1 0 0,0 0 0,1 0 0,6 15 0,-7-21 0,0 0 0,0 0 0,1 0 0,-1 0 0,1 0 0,0 0 0,0-1 0,0 1 0,0-1 0,1 0 0,0 0 0,-1-1 0,1 1 0,0-1 0,0 1 0,0-1 0,1 0 0,-1-1 0,0 1 0,1-1 0,-1 0 0,10 1 0,1-1 0,0 0 0,1-1 0,-1-1 0,0-1 0,1 0 0,-1-1 0,0 0 0,-1-1 0,1-1 0,-1-1 0,16-7 0,-24 10 0,1-1 0,-1 0 0,1 0 0,-1 0 0,-1-1 0,1 0 0,-1 0 0,1-1 0,-2 1 0,1-1 0,0 0 0,-1 0 0,0-1 0,-1 1 0,1-1 0,-1 0 0,-1 0 0,1 0 0,-1 0 0,0 0 0,-1 0 0,0-1 0,0 1 0,0-10 0,-6-42 0,5 59 0,-1 0 0,1 0 0,0 0 0,0 0 0,0 0 0,0-1 0,0 1 0,0 0 0,0 0 0,0 0 0,0 0 0,0 0 0,0-1 0,0 1 0,0 0 0,0 0 0,0 0 0,0 0 0,0-1 0,0 1 0,0 0 0,0 0 0,0 0 0,0 0 0,0 0 0,0-1 0,0 1 0,0 0 0,0 0 0,1 0 0,-1 0 0,0 0 0,0 0 0,0-1 0,0 1 0,0 0 0,0 0 0,0 0 0,1 0 0,-1 0 0,0 0 0,0 0 0,0 0 0,0 0 0,0 0 0,1 0 0,-1 0 0,0 0 0,0-1 0,0 1 0,0 0 0,1 0 0,-1 0 0,0 1 0,0-1 0,0 0 0,0 0 0,0 0 0,1 0 0,-1 0 0,0 0 0,0 0 0,0 0 0,0 0 0,0 0 0,1 0 0,-1 0 0,0 0 0,0 1 0,17 14 0,29 39 0,-32-37 0,87 96 0,-43-50 0,99 141 0,-141-180 0,-2 1 0,-1 0 0,-1 1 0,-2 0 0,0 1 0,-1 0 0,-2 1 0,-1 0 0,-1 0 0,1 32 0,-5-37 0,-2-1 0,0 1 0,-1 0 0,-1 0 0,-1-1 0,-1 1 0,-1-1 0,-12 28 0,14-40 0,-1 0 0,0-1 0,0 0 0,-1 0 0,0 0 0,0-1 0,-1 0 0,0 0 0,-1 0 0,0-1 0,0-1 0,0 1 0,-1-1 0,0 0 0,0-1 0,-1 0 0,1-1 0,-1 0 0,0 0 0,-12 2 0,-14-1-24,0-1-1,0-2 1,0-2-1,-50-5 1,16 1-1219,42 3-5583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2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24575,'5'9'0,"1"37"0,-1 36 0,4 27 0,4 29 0,5 29 0,-2 9 0,7 0 0,6-9 0,4-15 0,0-20 0,-6-29 0,-3-31 0,-5-29-8191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 24575,'0'-2'0,"1"1"0,-1-1 0,1 1 0,-1 0 0,1-1 0,-1 1 0,1 0 0,0-1 0,0 1 0,0 0 0,-1 0 0,1 0 0,1-1 0,-1 1 0,0 0 0,0 1 0,0-1 0,0 0 0,3-1 0,-2 0 0,18-13 0,2 1 0,-1 1 0,2 1 0,46-19 0,106-24 0,-171 53 0,117-29 0,1 5 0,0 5 0,2 6 0,170 0 0,-226 16 0,1 2 0,68 13 0,-114-12 0,0 1 0,-1 1 0,1 0 0,-1 2 0,-1 1 0,0 0 0,0 2 0,0 0 0,30 24 0,-44-30 0,-1 1 0,0 0 0,0 0 0,0 0 0,-1 1 0,0 0 0,0 0 0,0 1 0,-1-1 0,0 1 0,-1 0 0,0 0 0,0 0 0,-1 0 0,0 0 0,0 1 0,-1-1 0,1 16 0,-3-11 0,0 0 0,-1 0 0,0 0 0,-2 0 0,1 0 0,-1-1 0,-1 1 0,0-1 0,-1 0 0,0-1 0,-14 20 0,-5 1 0,-1 0 0,-1-1 0,-2-2 0,-1-1 0,-1-1 0,-49 31 0,-221 119 0,232-140 0,-226 107 0,282-135 0,32-5 0,-1-2 0,68 13 0,0 3 0,-1 4 0,-1 4 0,-1 4 0,-1 3 0,-2 3 0,119 75 0,-178-97 0,-1 0 0,0 1 0,-1 2 0,-1-1 0,0 2 0,23 31 0,-35-41 0,-1 0 0,0 1 0,0 0 0,-1 0 0,0 0 0,-1 0 0,0 1 0,0-1 0,-1 1 0,0-1 0,-1 1 0,0 0 0,0 0 0,-1 0 0,-1 0 0,0 0 0,0-1 0,0 1 0,-5 12 0,1-5 0,-1 0 0,-1 0 0,-1-1 0,0 1 0,-1-2 0,0 1 0,-2-1 0,0-1 0,0 0 0,-1 0 0,-15 12 0,7-10 0,-1 0 0,-1-1 0,0-1 0,-1-1 0,-1-1 0,-45 16 0,-1-7 0,0-4 0,-1-3 0,0-3 0,-112 2 0,147-11-78,-266 5 286,255-9-507,1-2 0,-1-2 0,1-2 0,-62-19 0,64 11-6527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24575,'0'4'0,"0"6"0,0 5 0,0 9 0,0 5 0,0 6 0,0 2 0,0 2 0,0 4 0,0-1 0,0-4 0,0-8-8191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24575,'-6'4'0,"-1"1"0,0-1 0,0 0 0,0-1 0,-1 0 0,-14 5 0,-17 7 0,15-3 0,9-4 0,0 0 0,0 0 0,1 1 0,-14 12 0,24-17 0,0 0 0,0 0 0,0 0 0,1 1 0,0-1 0,0 1 0,0 0 0,0 0 0,1 0 0,-1 0 0,1 1 0,1-1 0,-1 1 0,1-1 0,0 1 0,0 6 0,0-2 0,0 0 0,1 0 0,1 0 0,0 0 0,0 0 0,1 0 0,0 0 0,1 0 0,6 15 0,-7-21 0,0 0 0,0 0 0,1 0 0,-1 0 0,1 0 0,0 0 0,0-1 0,0 1 0,0-1 0,1 0 0,0 0 0,-1-1 0,1 1 0,0-1 0,0 1 0,0-1 0,1 0 0,-1-1 0,0 1 0,1-1 0,-1 0 0,10 1 0,1-1 0,0 0 0,1-1 0,-1-1 0,0-1 0,1 0 0,-1-1 0,0 0 0,-1-1 0,1-1 0,-1-1 0,16-7 0,-24 10 0,1-1 0,-1 0 0,1 0 0,-1 0 0,-1-1 0,1 0 0,-1 0 0,1-1 0,-2 1 0,1-1 0,0 0 0,-1 0 0,0-1 0,-1 1 0,1-1 0,-1 0 0,-1 0 0,1 0 0,-1 0 0,0 0 0,-1 0 0,0-1 0,0 1 0,0-10 0,-6-42 0,5 59 0,-1 0 0,1 0 0,0 0 0,0 0 0,0 0 0,0-1 0,0 1 0,0 0 0,0 0 0,0 0 0,0 0 0,0 0 0,0-1 0,0 1 0,0 0 0,0 0 0,0 0 0,0 0 0,0-1 0,0 1 0,0 0 0,0 0 0,0 0 0,0 0 0,0 0 0,0-1 0,0 1 0,0 0 0,0 0 0,1 0 0,-1 0 0,0 0 0,0 0 0,0-1 0,0 1 0,0 0 0,0 0 0,0 0 0,1 0 0,-1 0 0,0 0 0,0 0 0,0 0 0,0 0 0,0 0 0,1 0 0,-1 0 0,0 0 0,0-1 0,0 1 0,0 0 0,1 0 0,-1 0 0,0 1 0,0-1 0,0 0 0,0 0 0,0 0 0,1 0 0,-1 0 0,0 0 0,0 0 0,0 0 0,0 0 0,0 0 0,1 0 0,-1 0 0,0 0 0,0 1 0,17 14 0,29 39 0,-32-37 0,87 96 0,-43-50 0,99 141 0,-141-180 0,-2 1 0,-1 0 0,-1 1 0,-2 0 0,0 1 0,-1 0 0,-2 1 0,-1 0 0,-1 0 0,1 32 0,-5-37 0,-2-1 0,0 1 0,-1 0 0,-1 0 0,-1-1 0,-1 1 0,-1-1 0,-12 28 0,14-40 0,-1 0 0,0-1 0,0 0 0,-1 0 0,0 0 0,0-1 0,-1 0 0,0 0 0,-1 0 0,0-1 0,0-1 0,0 1 0,-1-1 0,0 0 0,0-1 0,-1 0 0,1-1 0,-1 0 0,0 0 0,-12 2 0,-14-1-24,0-1-1,0-2 1,0-2-1,-50-5 1,16 1-1219,42 3-5583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2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24575,'5'9'0,"1"37"0,-1 36 0,4 27 0,4 29 0,5 29 0,-2 9 0,7 0 0,6-9 0,4-15 0,0-20 0,-6-29 0,-3-31 0,-5-29-8191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 24575,'0'-2'0,"1"1"0,-1-1 0,1 1 0,-1 0 0,1-1 0,-1 1 0,1 0 0,0-1 0,0 1 0,0 0 0,-1 0 0,1 0 0,1-1 0,-1 1 0,0 0 0,0 1 0,0-1 0,0 0 0,3-1 0,-2 0 0,18-13 0,2 1 0,-1 1 0,2 1 0,46-19 0,106-24 0,-171 53 0,117-29 0,1 5 0,0 5 0,2 6 0,170 0 0,-226 16 0,1 2 0,68 13 0,-114-12 0,0 1 0,-1 1 0,1 0 0,-1 2 0,-1 1 0,0 0 0,0 2 0,0 0 0,30 24 0,-44-30 0,-1 1 0,0 0 0,0 0 0,0 0 0,-1 1 0,0 0 0,0 0 0,0 1 0,-1-1 0,0 1 0,-1 0 0,0 0 0,0 0 0,-1 0 0,0 0 0,0 1 0,-1-1 0,1 16 0,-3-11 0,0 0 0,-1 0 0,0 0 0,-2 0 0,1 0 0,-1-1 0,-1 1 0,0-1 0,-1 0 0,0-1 0,-14 20 0,-5 1 0,-1 0 0,-1-1 0,-2-2 0,-1-1 0,-1-1 0,-49 31 0,-221 119 0,232-140 0,-226 107 0,282-135 0,32-5 0,-1-2 0,68 13 0,0 3 0,-1 4 0,-1 4 0,-1 4 0,-1 3 0,-2 3 0,119 75 0,-178-97 0,-1 0 0,0 1 0,-1 2 0,-1-1 0,0 2 0,23 31 0,-35-41 0,-1 0 0,0 1 0,0 0 0,-1 0 0,0 0 0,-1 0 0,0 1 0,0-1 0,-1 1 0,0-1 0,-1 1 0,0 0 0,0 0 0,-1 0 0,-1 0 0,0 0 0,0-1 0,0 1 0,-5 12 0,1-5 0,-1 0 0,-1 0 0,-1-1 0,0 1 0,-1-2 0,0 1 0,-2-1 0,0-1 0,0 0 0,-1 0 0,-15 12 0,7-10 0,-1 0 0,-1-1 0,0-1 0,-1-1 0,-1-1 0,-45 16 0,-1-7 0,0-4 0,-1-3 0,0-3 0,-112 2 0,147-11-78,-266 5 286,255-9-507,1-2 0,-1-2 0,1-2 0,-62-19 0,64 11-6527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24575,'0'4'0,"0"6"0,0 5 0,0 9 0,0 5 0,0 6 0,0 2 0,0 2 0,0 4 0,0-1 0,0-4 0,0-8-8191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24575,'-6'4'0,"-1"1"0,0-1 0,0 0 0,0-1 0,-1 0 0,-14 5 0,-17 7 0,15-3 0,9-4 0,0 0 0,0 0 0,1 1 0,-14 12 0,24-17 0,0 0 0,0 0 0,0 0 0,1 1 0,0-1 0,0 1 0,0 0 0,0 0 0,1 0 0,-1 0 0,1 1 0,1-1 0,-1 1 0,1-1 0,0 1 0,0 6 0,0-2 0,0 0 0,1 0 0,1 0 0,0 0 0,0 0 0,1 0 0,0 0 0,1 0 0,6 15 0,-7-21 0,0 0 0,0 0 0,1 0 0,-1 0 0,1 0 0,0 0 0,0-1 0,0 1 0,0-1 0,1 0 0,0 0 0,-1-1 0,1 1 0,0-1 0,0 1 0,0-1 0,1 0 0,-1-1 0,0 1 0,1-1 0,-1 0 0,10 1 0,1-1 0,0 0 0,1-1 0,-1-1 0,0-1 0,1 0 0,-1-1 0,0 0 0,-1-1 0,1-1 0,-1-1 0,16-7 0,-24 10 0,1-1 0,-1 0 0,1 0 0,-1 0 0,-1-1 0,1 0 0,-1 0 0,1-1 0,-2 1 0,1-1 0,0 0 0,-1 0 0,0-1 0,-1 1 0,1-1 0,-1 0 0,-1 0 0,1 0 0,-1 0 0,0 0 0,-1 0 0,0-1 0,0 1 0,0-10 0,-6-42 0,5 59 0,-1 0 0,1 0 0,0 0 0,0 0 0,0 0 0,0-1 0,0 1 0,0 0 0,0 0 0,0 0 0,0 0 0,0 0 0,0-1 0,0 1 0,0 0 0,0 0 0,0 0 0,0 0 0,0-1 0,0 1 0,0 0 0,0 0 0,0 0 0,0 0 0,0 0 0,0-1 0,0 1 0,0 0 0,0 0 0,1 0 0,-1 0 0,0 0 0,0 0 0,0-1 0,0 1 0,0 0 0,0 0 0,0 0 0,1 0 0,-1 0 0,0 0 0,0 0 0,0 0 0,0 0 0,0 0 0,1 0 0,-1 0 0,0 0 0,0-1 0,0 1 0,0 0 0,1 0 0,-1 0 0,0 1 0,0-1 0,0 0 0,0 0 0,0 0 0,1 0 0,-1 0 0,0 0 0,0 0 0,0 0 0,0 0 0,0 0 0,1 0 0,-1 0 0,0 0 0,0 1 0,17 14 0,29 39 0,-32-37 0,87 96 0,-43-50 0,99 141 0,-141-180 0,-2 1 0,-1 0 0,-1 1 0,-2 0 0,0 1 0,-1 0 0,-2 1 0,-1 0 0,-1 0 0,1 32 0,-5-37 0,-2-1 0,0 1 0,-1 0 0,-1 0 0,-1-1 0,-1 1 0,-1-1 0,-12 28 0,14-40 0,-1 0 0,0-1 0,0 0 0,-1 0 0,0 0 0,0-1 0,-1 0 0,0 0 0,-1 0 0,0-1 0,0-1 0,0 1 0,-1-1 0,0 0 0,0-1 0,-1 0 0,1-1 0,-1 0 0,0 0 0,-12 2 0,-14-1-24,0-1-1,0-2 1,0-2-1,-50-5 1,16 1-1219,42 3-5583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2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24575,'5'9'0,"1"37"0,-1 36 0,4 27 0,4 29 0,5 29 0,-2 9 0,7 0 0,6-9 0,4-15 0,0-20 0,-6-29 0,-3-31 0,-5-29-8191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 24575,'0'-2'0,"1"1"0,-1-1 0,1 1 0,-1 0 0,1-1 0,-1 1 0,1 0 0,0-1 0,0 1 0,0 0 0,-1 0 0,1 0 0,1-1 0,-1 1 0,0 0 0,0 1 0,0-1 0,0 0 0,3-1 0,-2 0 0,18-13 0,2 1 0,-1 1 0,2 1 0,46-19 0,106-24 0,-171 53 0,117-29 0,1 5 0,0 5 0,2 6 0,170 0 0,-226 16 0,1 2 0,68 13 0,-114-12 0,0 1 0,-1 1 0,1 0 0,-1 2 0,-1 1 0,0 0 0,0 2 0,0 0 0,30 24 0,-44-30 0,-1 1 0,0 0 0,0 0 0,0 0 0,-1 1 0,0 0 0,0 0 0,0 1 0,-1-1 0,0 1 0,-1 0 0,0 0 0,0 0 0,-1 0 0,0 0 0,0 1 0,-1-1 0,1 16 0,-3-11 0,0 0 0,-1 0 0,0 0 0,-2 0 0,1 0 0,-1-1 0,-1 1 0,0-1 0,-1 0 0,0-1 0,-14 20 0,-5 1 0,-1 0 0,-1-1 0,-2-2 0,-1-1 0,-1-1 0,-49 31 0,-221 119 0,232-140 0,-226 107 0,282-135 0,32-5 0,-1-2 0,68 13 0,0 3 0,-1 4 0,-1 4 0,-1 4 0,-1 3 0,-2 3 0,119 75 0,-178-97 0,-1 0 0,0 1 0,-1 2 0,-1-1 0,0 2 0,23 31 0,-35-41 0,-1 0 0,0 1 0,0 0 0,-1 0 0,0 0 0,-1 0 0,0 1 0,0-1 0,-1 1 0,0-1 0,-1 1 0,0 0 0,0 0 0,-1 0 0,-1 0 0,0 0 0,0-1 0,0 1 0,-5 12 0,1-5 0,-1 0 0,-1 0 0,-1-1 0,0 1 0,-1-2 0,0 1 0,-2-1 0,0-1 0,0 0 0,-1 0 0,-15 12 0,7-10 0,-1 0 0,-1-1 0,0-1 0,-1-1 0,-1-1 0,-45 16 0,-1-7 0,0-4 0,-1-3 0,0-3 0,-112 2 0,147-11-78,-266 5 286,255-9-507,1-2 0,-1-2 0,1-2 0,-62-19 0,64 11-6527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24575,'0'4'0,"0"6"0,0 5 0,0 9 0,0 5 0,0 6 0,0 2 0,0 2 0,0 4 0,0-1 0,0-4 0,0-8-8191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5:27:3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24575,'-6'4'0,"-1"1"0,0-1 0,0 0 0,0-1 0,-1 0 0,-14 5 0,-17 7 0,15-3 0,9-4 0,0 0 0,0 0 0,1 1 0,-14 12 0,24-17 0,0 0 0,0 0 0,0 0 0,1 1 0,0-1 0,0 1 0,0 0 0,0 0 0,1 0 0,-1 0 0,1 1 0,1-1 0,-1 1 0,1-1 0,0 1 0,0 6 0,0-2 0,0 0 0,1 0 0,1 0 0,0 0 0,0 0 0,1 0 0,0 0 0,1 0 0,6 15 0,-7-21 0,0 0 0,0 0 0,1 0 0,-1 0 0,1 0 0,0 0 0,0-1 0,0 1 0,0-1 0,1 0 0,0 0 0,-1-1 0,1 1 0,0-1 0,0 1 0,0-1 0,1 0 0,-1-1 0,0 1 0,1-1 0,-1 0 0,10 1 0,1-1 0,0 0 0,1-1 0,-1-1 0,0-1 0,1 0 0,-1-1 0,0 0 0,-1-1 0,1-1 0,-1-1 0,16-7 0,-24 10 0,1-1 0,-1 0 0,1 0 0,-1 0 0,-1-1 0,1 0 0,-1 0 0,1-1 0,-2 1 0,1-1 0,0 0 0,-1 0 0,0-1 0,-1 1 0,1-1 0,-1 0 0,-1 0 0,1 0 0,-1 0 0,0 0 0,-1 0 0,0-1 0,0 1 0,0-10 0,-6-42 0,5 59 0,-1 0 0,1 0 0,0 0 0,0 0 0,0 0 0,0-1 0,0 1 0,0 0 0,0 0 0,0 0 0,0 0 0,0 0 0,0-1 0,0 1 0,0 0 0,0 0 0,0 0 0,0 0 0,0-1 0,0 1 0,0 0 0,0 0 0,0 0 0,0 0 0,0 0 0,0-1 0,0 1 0,0 0 0,0 0 0,1 0 0,-1 0 0,0 0 0,0 0 0,0-1 0,0 1 0,0 0 0,0 0 0,0 0 0,1 0 0,-1 0 0,0 0 0,0 0 0,0 0 0,0 0 0,0 0 0,1 0 0,-1 0 0,0 0 0,0-1 0,0 1 0,0 0 0,1 0 0,-1 0 0,0 1 0,0-1 0,0 0 0,0 0 0,0 0 0,1 0 0,-1 0 0,0 0 0,0 0 0,0 0 0,0 0 0,0 0 0,1 0 0,-1 0 0,0 0 0,0 1 0,17 14 0,29 39 0,-32-37 0,87 96 0,-43-50 0,99 141 0,-141-180 0,-2 1 0,-1 0 0,-1 1 0,-2 0 0,0 1 0,-1 0 0,-2 1 0,-1 0 0,-1 0 0,1 32 0,-5-37 0,-2-1 0,0 1 0,-1 0 0,-1 0 0,-1-1 0,-1 1 0,-1-1 0,-12 28 0,14-40 0,-1 0 0,0-1 0,0 0 0,-1 0 0,0 0 0,0-1 0,-1 0 0,0 0 0,-1 0 0,0-1 0,0-1 0,0 1 0,-1-1 0,0 0 0,0-1 0,-1 0 0,1-1 0,-1 0 0,0 0 0,-12 2 0,-14-1-24,0-1-1,0-2 1,0-2-1,-50-5 1,16 1-1219,42 3-5583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1E1A-AD06-D1DC-17DA-D9B8F690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14BA6-1A2F-9B54-84E0-BA0F740B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1EED1-E005-998A-1D33-BF5075A9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51E0-75C1-C791-8FEF-D329D1D8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B3834-6A07-DEDF-FF72-26EBFA2F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0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CDCC-3848-44AC-1F37-317F9BD1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3DB95-3990-8258-673E-DA5B8DF3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8053-658A-61A4-69F5-8A8731A2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F3E2-C0B1-3BF0-ED69-7CDC6E07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E78D-8E17-E482-6188-4CA98B09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7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E2F1-84E5-75A6-27A3-88B4BAE2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F6292-B183-B46D-86E7-058AD2FB4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C09BA-EB04-F540-9D2D-2FB754D0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58EB8-7AEE-F75D-93C4-0DD4BDE8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1EF39-2D95-B96B-F5C1-40BAEEEC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0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BDA2-CD66-66A4-250D-7DA3C8E4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4487C-2654-08FD-9B56-5E1EC46EB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B9D3E-F817-6757-C5CB-83B5ADDFD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D41BE-0143-0624-14A9-AA1F188E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2BDB9-F0E3-7D21-A7DF-5B695E57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1E91-6774-F36D-4A25-A0BC20F8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9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6C17-D09E-8F98-29D9-4970242C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A1048-6034-6B1D-305C-CCC8CD097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4F6E4-DB54-765D-0D00-9CC0D0697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92403-528F-260A-8334-963D0E154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6BB05-AE80-821F-A4CD-B39AAB4BF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51E51-6412-7639-5494-FCAD4823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D9B0C-A0E9-9E38-31A7-B1F990D7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68B23-A148-CAF1-C9AC-A53B2DF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9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4A86-FB96-2E04-4DA6-09C2761A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EA9E7-0B9A-4882-DC27-0C4EFC72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08FB6-D2E7-A59C-995A-C79618CE8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319BD-E64F-646F-27B0-88A9C89C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4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62553-B6ED-7033-3C9C-CEEED108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C492F-A739-66D5-5263-333BA6CA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17B03-27B6-CFC6-4B96-836E3624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8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2673-2F95-7B88-A60A-AC2F9A90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4826-95C7-EC2A-809F-588886995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68530-17AE-E495-B837-6CF41EAFB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F575-7A84-CBC5-961A-131FC9C9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AB9E6-CC19-1F87-DAC8-6803E6EB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C358A-87D7-1A37-2A3F-41094C3A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3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F249-8258-B09A-081C-25E8CB70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D283D-8A5F-1B6A-0DFB-C0E405ECB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E6598-14E6-A2E3-1127-1674801A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1967C-9C80-D460-006D-4D2D0DC5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4F8B4-DC4E-1E74-3BC3-A5812852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BE726-EFAA-CF48-7861-3545073D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9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4183-F8B0-965C-1B14-13F10827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C235F-323A-3810-8619-47A71BBA4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43F7-410E-6BED-DBD2-DE465A16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8AF3-EC2B-8B01-89EB-E91A0831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D92DA-CAE6-3A9B-D8A6-41EBAC6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1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CBB57-62E2-89AE-DEE3-E4A10FB08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A7E92-3342-BB9A-FB16-86A743700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830C8-0DE0-2848-1D55-32CD9430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CC11-7F0A-F189-2458-FF67AAEC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593A-EEBD-6F6C-6321-D90C1612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9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F15DF-324F-2880-A28C-9998A539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EE7D0-426D-BD64-8232-F73442B0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8BA59-E47F-D726-A4D3-6CF47E24A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F8443-13F4-482C-B2FE-193E48B0284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7EBDA-1C65-B610-843D-6007FC9D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A37F-3634-CFDD-6E43-924FFDD8E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93F40-BF10-47A1-A788-05362B89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0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distill.pub/2020/growing-ca/" TargetMode="Externa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www.reddit.com/r/cellular_automata/comments/1m4uw9z/another_3dca_finally_getting_cool_stuff/?utm_source=share&amp;utm_medium=web3x&amp;utm_name=web3xcss&amp;utm_term=1&amp;utm_content=share_button" TargetMode="Externa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customXml" Target="../ink/ink9.xml"/><Relationship Id="rId14" Type="http://schemas.openxmlformats.org/officeDocument/2006/relationships/hyperlink" Target="https://github.com/redcurry/game-of-life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customXml" Target="../ink/ink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customXml" Target="../ink/ink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798D-4BDF-74C6-C90A-0500B7103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Cellular Automata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90676-C0D3-B881-9373-E381E09F8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(or [better title])</a:t>
            </a:r>
          </a:p>
        </p:txBody>
      </p:sp>
    </p:spTree>
    <p:extLst>
      <p:ext uri="{BB962C8B-B14F-4D97-AF65-F5344CB8AC3E}">
        <p14:creationId xmlns:p14="http://schemas.microsoft.com/office/powerpoint/2010/main" val="378242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7976-5E3F-10A1-4782-D274B4C8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F839-343D-55AC-C8DC-101C977A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3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5367-07DE-B0C5-83EC-9331EB81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of life – what is a cellular automaton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5B98-63E8-D586-D227-D12D0F8C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 of Conway</a:t>
            </a:r>
          </a:p>
          <a:p>
            <a:r>
              <a:rPr lang="en-US" dirty="0"/>
              <a:t>Explanation of Game of Life: every cell follows a simple rule to be death or alive, it goes by steps</a:t>
            </a:r>
          </a:p>
          <a:p>
            <a:r>
              <a:rPr lang="en-US" dirty="0"/>
              <a:t>What’s a cell, local rule, neighborhood</a:t>
            </a:r>
          </a:p>
        </p:txBody>
      </p:sp>
    </p:spTree>
    <p:extLst>
      <p:ext uri="{BB962C8B-B14F-4D97-AF65-F5344CB8AC3E}">
        <p14:creationId xmlns:p14="http://schemas.microsoft.com/office/powerpoint/2010/main" val="157470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ACE2-5A00-EB54-4A47-326AF45B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 stuff the community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B74B-A8F1-A091-5D01-E7F53C35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Turing Complete</a:t>
            </a:r>
          </a:p>
        </p:txBody>
      </p:sp>
    </p:spTree>
    <p:extLst>
      <p:ext uri="{BB962C8B-B14F-4D97-AF65-F5344CB8AC3E}">
        <p14:creationId xmlns:p14="http://schemas.microsoft.com/office/powerpoint/2010/main" val="179854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DCE3-9137-C198-C422-B1B7582F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of Life is not reversible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C4B4-C4B5-B5FF-9869-74A46B42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maybe we could find a CA that is both reversible and Turing complete</a:t>
            </a:r>
          </a:p>
          <a:p>
            <a:r>
              <a:rPr lang="en-US" dirty="0"/>
              <a:t>This would allow us to use it as a framework to make a TM in a Quantum Computer</a:t>
            </a:r>
          </a:p>
        </p:txBody>
      </p:sp>
    </p:spTree>
    <p:extLst>
      <p:ext uri="{BB962C8B-B14F-4D97-AF65-F5344CB8AC3E}">
        <p14:creationId xmlns:p14="http://schemas.microsoft.com/office/powerpoint/2010/main" val="419242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2B28-34FD-EB6F-E369-91A66CB8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1AD6-CD75-6946-805D-6CF33185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to find exactly that, a CA that is both reversible and TC</a:t>
            </a:r>
          </a:p>
          <a:p>
            <a:r>
              <a:rPr lang="en-US" dirty="0"/>
              <a:t>But as with most problems in math, it’s worth finding the easiest, non-trivial instance of the problem, and see what you find. And then work your way up</a:t>
            </a:r>
          </a:p>
          <a:p>
            <a:r>
              <a:rPr lang="en-US" dirty="0"/>
              <a:t>So, we started with a very small CA and wondered –forget TC – what do we need for reversibility.</a:t>
            </a:r>
          </a:p>
        </p:txBody>
      </p:sp>
    </p:spTree>
    <p:extLst>
      <p:ext uri="{BB962C8B-B14F-4D97-AF65-F5344CB8AC3E}">
        <p14:creationId xmlns:p14="http://schemas.microsoft.com/office/powerpoint/2010/main" val="400147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E1D6-52F9-0BEE-4EFF-ECC23583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F66BD1-3EBA-20E2-9EFC-2D4878D72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10515600" cy="11445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F66BD1-3EBA-20E2-9EFC-2D4878D72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10515600" cy="11445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02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B0E05-64E5-7F1D-CC06-2A1EF73E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E2CF-6885-88F4-2F2C-D95D7475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alphabet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0C6D-68A0-D2E7-E7C7-06AC58E5D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0C6D-68A0-D2E7-E7C7-06AC58E5D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0DFF40-AB98-3789-55ED-DA4DCBB8EFAB}"/>
              </a:ext>
            </a:extLst>
          </p:cNvPr>
          <p:cNvCxnSpPr/>
          <p:nvPr/>
        </p:nvCxnSpPr>
        <p:spPr>
          <a:xfrm flipH="1">
            <a:off x="9573768" y="4526280"/>
            <a:ext cx="118872" cy="130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927E96-60B7-2E86-4ED4-34F4A6EAA46B}"/>
              </a:ext>
            </a:extLst>
          </p:cNvPr>
          <p:cNvGrpSpPr/>
          <p:nvPr/>
        </p:nvGrpSpPr>
        <p:grpSpPr>
          <a:xfrm>
            <a:off x="8677584" y="3375216"/>
            <a:ext cx="905400" cy="752040"/>
            <a:chOff x="8677584" y="3375216"/>
            <a:chExt cx="905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63B134-928B-245B-14B3-1BE90E6D4229}"/>
                    </a:ext>
                  </a:extLst>
                </p14:cNvPr>
                <p14:cNvContentPartPr/>
                <p14:nvPr/>
              </p14:nvContentPartPr>
              <p14:xfrm>
                <a:off x="8704944" y="3502296"/>
                <a:ext cx="9396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63B134-928B-245B-14B3-1BE90E6D42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5944" y="3493296"/>
                  <a:ext cx="111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C4FDB7B-ED3F-51F7-D509-569A0AD27F33}"/>
                    </a:ext>
                  </a:extLst>
                </p14:cNvPr>
                <p14:cNvContentPartPr/>
                <p14:nvPr/>
              </p14:nvContentPartPr>
              <p14:xfrm>
                <a:off x="8677584" y="3375216"/>
                <a:ext cx="639720" cy="75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C4FDB7B-ED3F-51F7-D509-569A0AD27F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68584" y="3366216"/>
                  <a:ext cx="65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6EEA2C-4FEC-0C50-7100-C19E94E47802}"/>
                    </a:ext>
                  </a:extLst>
                </p14:cNvPr>
                <p14:cNvContentPartPr/>
                <p14:nvPr/>
              </p14:nvContentPartPr>
              <p14:xfrm>
                <a:off x="9582624" y="3904416"/>
                <a:ext cx="3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6EEA2C-4FEC-0C50-7100-C19E94E478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3624" y="3895776"/>
                  <a:ext cx="1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923D5F-D970-5768-25E9-3C218E0E794B}"/>
                    </a:ext>
                  </a:extLst>
                </p14:cNvPr>
                <p14:cNvContentPartPr/>
                <p14:nvPr/>
              </p14:nvContentPartPr>
              <p14:xfrm>
                <a:off x="9536904" y="376689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923D5F-D970-5768-25E9-3C218E0E79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28264" y="3758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98EC7F-432D-8FD4-6801-2C3C81154C20}"/>
                  </a:ext>
                </a:extLst>
              </p14:cNvPr>
              <p14:cNvContentPartPr/>
              <p14:nvPr/>
            </p14:nvContentPartPr>
            <p14:xfrm>
              <a:off x="10038024" y="3831336"/>
              <a:ext cx="3254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98EC7F-432D-8FD4-6801-2C3C81154C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29024" y="3822696"/>
                <a:ext cx="343080" cy="4881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7E9DB33-B73B-6679-D1BB-8E093069C83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 all of CA are death/alive, you could have more states</a:t>
            </a:r>
          </a:p>
          <a:p>
            <a:r>
              <a:rPr lang="en-US" dirty="0"/>
              <a:t>Neural Cellular Automata using several colors</a:t>
            </a:r>
            <a:br>
              <a:rPr lang="en-US" dirty="0"/>
            </a:br>
            <a:r>
              <a:rPr lang="en-US" dirty="0">
                <a:hlinkClick r:id="rId13"/>
              </a:rPr>
              <a:t>distill.pub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46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84A59-5BD4-A392-668E-FF1ED18C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0A83-BB9E-5247-FF9B-167B1183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0BFEE-D351-7949-FACC-E745C597BC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0BFEE-D351-7949-FACC-E745C597BC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137E30-7624-B745-B621-37B5A1A92BA9}"/>
              </a:ext>
            </a:extLst>
          </p:cNvPr>
          <p:cNvCxnSpPr>
            <a:cxnSpLocks/>
          </p:cNvCxnSpPr>
          <p:nvPr/>
        </p:nvCxnSpPr>
        <p:spPr>
          <a:xfrm>
            <a:off x="9692640" y="4526280"/>
            <a:ext cx="345384" cy="130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CD0D1C-31DC-B2FD-2B80-BC5015AC5C0D}"/>
              </a:ext>
            </a:extLst>
          </p:cNvPr>
          <p:cNvGrpSpPr/>
          <p:nvPr/>
        </p:nvGrpSpPr>
        <p:grpSpPr>
          <a:xfrm>
            <a:off x="8677584" y="3375216"/>
            <a:ext cx="905400" cy="752040"/>
            <a:chOff x="8677584" y="3375216"/>
            <a:chExt cx="905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2A0D76-72FC-6413-6448-7BA05995DB64}"/>
                    </a:ext>
                  </a:extLst>
                </p14:cNvPr>
                <p14:cNvContentPartPr/>
                <p14:nvPr/>
              </p14:nvContentPartPr>
              <p14:xfrm>
                <a:off x="8704944" y="3502296"/>
                <a:ext cx="9396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2A0D76-72FC-6413-6448-7BA05995DB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5944" y="3493296"/>
                  <a:ext cx="111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5A10A3-A894-D0F6-E3A2-1B281CAD40D8}"/>
                    </a:ext>
                  </a:extLst>
                </p14:cNvPr>
                <p14:cNvContentPartPr/>
                <p14:nvPr/>
              </p14:nvContentPartPr>
              <p14:xfrm>
                <a:off x="8677584" y="3375216"/>
                <a:ext cx="639720" cy="75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5A10A3-A894-D0F6-E3A2-1B281CAD40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68584" y="3366216"/>
                  <a:ext cx="65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10A487C-328B-C68D-95C3-4B56667E31CD}"/>
                    </a:ext>
                  </a:extLst>
                </p14:cNvPr>
                <p14:cNvContentPartPr/>
                <p14:nvPr/>
              </p14:nvContentPartPr>
              <p14:xfrm>
                <a:off x="9582624" y="3904416"/>
                <a:ext cx="3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10A487C-328B-C68D-95C3-4B56667E31C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3624" y="3895416"/>
                  <a:ext cx="1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BBC80B-3D34-384E-F2D9-AC087DA7409D}"/>
                    </a:ext>
                  </a:extLst>
                </p14:cNvPr>
                <p14:cNvContentPartPr/>
                <p14:nvPr/>
              </p14:nvContentPartPr>
              <p14:xfrm>
                <a:off x="9536904" y="376689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BBC80B-3D34-384E-F2D9-AC087DA740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27904" y="3757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B811DC-790E-9F4F-A9BC-35D2B8A2679C}"/>
                  </a:ext>
                </a:extLst>
              </p14:cNvPr>
              <p14:cNvContentPartPr/>
              <p14:nvPr/>
            </p14:nvContentPartPr>
            <p14:xfrm>
              <a:off x="10038024" y="3831336"/>
              <a:ext cx="3254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B811DC-790E-9F4F-A9BC-35D2B8A267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29034" y="3822329"/>
                <a:ext cx="343061" cy="48817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B48E75-7914-ABD4-D107-8C0ABE26BB6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1d CA</a:t>
            </a:r>
          </a:p>
          <a:p>
            <a:r>
              <a:rPr lang="en-US" dirty="0"/>
              <a:t>3d: </a:t>
            </a:r>
            <a:r>
              <a:rPr lang="en-US" dirty="0">
                <a:hlinkClick r:id="rId13"/>
              </a:rPr>
              <a:t>reddit</a:t>
            </a:r>
            <a:r>
              <a:rPr lang="en-US" dirty="0">
                <a:hlinkClick r:id="rId13"/>
              </a:rPr>
              <a:t> post</a:t>
            </a:r>
            <a:endParaRPr lang="en-US" dirty="0"/>
          </a:p>
          <a:p>
            <a:r>
              <a:rPr lang="en-US" dirty="0"/>
              <a:t>Hex: </a:t>
            </a:r>
            <a:r>
              <a:rPr lang="en-US" dirty="0">
                <a:hlinkClick r:id="rId14"/>
              </a:rPr>
              <a:t>reddit post</a:t>
            </a:r>
            <a:r>
              <a:rPr lang="en-US" dirty="0"/>
              <a:t> using Born:{1} Survives: all; this simulates surprisingly well the growth of Crystals</a:t>
            </a:r>
          </a:p>
          <a:p>
            <a:r>
              <a:rPr lang="en-US" dirty="0"/>
              <a:t>We will restrain to square grids, tho we might play with the dimension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F0F7-343D-F0D5-B2D6-E88010A2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7D39-DB9F-78C5-6C5A-D7B92244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array: cells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856F9-3802-E295-80E3-46853A229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856F9-3802-E295-80E3-46853A229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9000DC-16B4-9C07-96D2-4841B91E4CF6}"/>
              </a:ext>
            </a:extLst>
          </p:cNvPr>
          <p:cNvCxnSpPr>
            <a:cxnSpLocks/>
          </p:cNvCxnSpPr>
          <p:nvPr/>
        </p:nvCxnSpPr>
        <p:spPr>
          <a:xfrm>
            <a:off x="9692640" y="4526280"/>
            <a:ext cx="345384" cy="130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FD439F-BF08-F1F1-759C-A5BBE8AE1F41}"/>
              </a:ext>
            </a:extLst>
          </p:cNvPr>
          <p:cNvGrpSpPr/>
          <p:nvPr/>
        </p:nvGrpSpPr>
        <p:grpSpPr>
          <a:xfrm>
            <a:off x="8677584" y="3375216"/>
            <a:ext cx="905400" cy="752040"/>
            <a:chOff x="8677584" y="3375216"/>
            <a:chExt cx="905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BDA75B-DF91-509E-891F-21C7D619ADEF}"/>
                    </a:ext>
                  </a:extLst>
                </p14:cNvPr>
                <p14:cNvContentPartPr/>
                <p14:nvPr/>
              </p14:nvContentPartPr>
              <p14:xfrm>
                <a:off x="8704944" y="3502296"/>
                <a:ext cx="9396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BDA75B-DF91-509E-891F-21C7D619AD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5944" y="3493296"/>
                  <a:ext cx="111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BF9B88-E255-9334-5554-12DB3E661958}"/>
                    </a:ext>
                  </a:extLst>
                </p14:cNvPr>
                <p14:cNvContentPartPr/>
                <p14:nvPr/>
              </p14:nvContentPartPr>
              <p14:xfrm>
                <a:off x="8677584" y="3375216"/>
                <a:ext cx="639720" cy="75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BF9B88-E255-9334-5554-12DB3E6619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68584" y="3366216"/>
                  <a:ext cx="65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AB4B0E-8934-F46F-AAA6-74F87C2050CA}"/>
                    </a:ext>
                  </a:extLst>
                </p14:cNvPr>
                <p14:cNvContentPartPr/>
                <p14:nvPr/>
              </p14:nvContentPartPr>
              <p14:xfrm>
                <a:off x="9582624" y="3904416"/>
                <a:ext cx="3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AB4B0E-8934-F46F-AAA6-74F87C2050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3624" y="3895416"/>
                  <a:ext cx="1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379A20-166D-B5BF-9F12-82DA419A5AC7}"/>
                    </a:ext>
                  </a:extLst>
                </p14:cNvPr>
                <p14:cNvContentPartPr/>
                <p14:nvPr/>
              </p14:nvContentPartPr>
              <p14:xfrm>
                <a:off x="9536904" y="376689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379A20-166D-B5BF-9F12-82DA419A5A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27904" y="3757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66DD5D-2CB4-5995-0E49-6BBF7D9EF5D5}"/>
                  </a:ext>
                </a:extLst>
              </p14:cNvPr>
              <p14:cNvContentPartPr/>
              <p14:nvPr/>
            </p14:nvContentPartPr>
            <p14:xfrm>
              <a:off x="10038024" y="3831336"/>
              <a:ext cx="3254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66DD5D-2CB4-5995-0E49-6BBF7D9EF5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29034" y="3822329"/>
                <a:ext cx="343061" cy="48817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9144378-BB97-CE23-C31F-7371C5882BC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notation is important because it allows us to define what cells are in a mathematical way.</a:t>
            </a:r>
          </a:p>
          <a:p>
            <a:r>
              <a:rPr lang="en-US" dirty="0"/>
              <a:t> If you are a programmer, you would imagine cells as objects that store the state in some variable, -- but in math, it makes more sense to define the cells as every member of </a:t>
            </a:r>
            <a:r>
              <a:rPr lang="en-US" dirty="0" err="1"/>
              <a:t>Z^d</a:t>
            </a:r>
            <a:r>
              <a:rPr lang="en-US" dirty="0"/>
              <a:t>, meaning they all become tuples, they all become positions in the grid. So cells, are formally, ONLY the positions. And then to get the state, you would use a function called c – we will see why c later.</a:t>
            </a:r>
          </a:p>
          <a:p>
            <a:r>
              <a:rPr lang="en-US" dirty="0"/>
              <a:t>c: </a:t>
            </a:r>
            <a:r>
              <a:rPr lang="en-US" dirty="0" err="1"/>
              <a:t>Z^d</a:t>
            </a:r>
            <a:r>
              <a:rPr lang="en-US" dirty="0"/>
              <a:t> --&gt; A</a:t>
            </a:r>
          </a:p>
          <a:p>
            <a:r>
              <a:rPr lang="en-US" dirty="0"/>
              <a:t>And that will be relevant sometimes, but for the most part, it’s just a formalism. You can continue imagining them as objects.</a:t>
            </a:r>
          </a:p>
        </p:txBody>
      </p:sp>
    </p:spTree>
    <p:extLst>
      <p:ext uri="{BB962C8B-B14F-4D97-AF65-F5344CB8AC3E}">
        <p14:creationId xmlns:p14="http://schemas.microsoft.com/office/powerpoint/2010/main" val="142894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C500-4CF4-A961-ACB8-B0B2D0E0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E3F3-5CC9-65D2-87C8-658A6355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Neighborhood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07DDC-BF6D-EF48-7BCD-9FF2D2818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07DDC-BF6D-EF48-7BCD-9FF2D2818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83C662-9092-5763-0131-EC5434C240C8}"/>
              </a:ext>
            </a:extLst>
          </p:cNvPr>
          <p:cNvCxnSpPr>
            <a:cxnSpLocks/>
          </p:cNvCxnSpPr>
          <p:nvPr/>
        </p:nvCxnSpPr>
        <p:spPr>
          <a:xfrm>
            <a:off x="9692640" y="4526280"/>
            <a:ext cx="870585" cy="130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C6133D-CFDB-7BEB-D117-C627F7D96CB9}"/>
              </a:ext>
            </a:extLst>
          </p:cNvPr>
          <p:cNvGrpSpPr/>
          <p:nvPr/>
        </p:nvGrpSpPr>
        <p:grpSpPr>
          <a:xfrm>
            <a:off x="8677584" y="3375216"/>
            <a:ext cx="905400" cy="752040"/>
            <a:chOff x="8677584" y="3375216"/>
            <a:chExt cx="905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731EB5-3041-3E6F-824A-03BFBD7F280D}"/>
                    </a:ext>
                  </a:extLst>
                </p14:cNvPr>
                <p14:cNvContentPartPr/>
                <p14:nvPr/>
              </p14:nvContentPartPr>
              <p14:xfrm>
                <a:off x="8704944" y="3502296"/>
                <a:ext cx="9396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731EB5-3041-3E6F-824A-03BFBD7F280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5944" y="3493296"/>
                  <a:ext cx="111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02E97C-3035-7900-C0AB-89EE8837B49E}"/>
                    </a:ext>
                  </a:extLst>
                </p14:cNvPr>
                <p14:cNvContentPartPr/>
                <p14:nvPr/>
              </p14:nvContentPartPr>
              <p14:xfrm>
                <a:off x="8677584" y="3375216"/>
                <a:ext cx="639720" cy="75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02E97C-3035-7900-C0AB-89EE8837B4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68584" y="3366216"/>
                  <a:ext cx="65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FA3E39-622B-AF47-0354-E24577331689}"/>
                    </a:ext>
                  </a:extLst>
                </p14:cNvPr>
                <p14:cNvContentPartPr/>
                <p14:nvPr/>
              </p14:nvContentPartPr>
              <p14:xfrm>
                <a:off x="9582624" y="3904416"/>
                <a:ext cx="3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FA3E39-622B-AF47-0354-E245773316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3624" y="3895416"/>
                  <a:ext cx="1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16C85F-B40E-1D51-0927-71FF27006F7A}"/>
                    </a:ext>
                  </a:extLst>
                </p14:cNvPr>
                <p14:cNvContentPartPr/>
                <p14:nvPr/>
              </p14:nvContentPartPr>
              <p14:xfrm>
                <a:off x="9536904" y="376689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16C85F-B40E-1D51-0927-71FF27006F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27904" y="3757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4054024-1C9A-CD62-3D65-C1158E69D1EA}"/>
                  </a:ext>
                </a:extLst>
              </p14:cNvPr>
              <p14:cNvContentPartPr/>
              <p14:nvPr/>
            </p14:nvContentPartPr>
            <p14:xfrm>
              <a:off x="10038024" y="3831336"/>
              <a:ext cx="3254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4054024-1C9A-CD62-3D65-C1158E69D1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29034" y="3822329"/>
                <a:ext cx="343061" cy="48817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09D31E-0D05-A3C0-E509-EF2CE099540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Game of Life uses Moore neighborhood (i.e. </a:t>
            </a:r>
            <a:r>
              <a:rPr lang="en-US" dirty="0" err="1"/>
              <a:t>adjacents</a:t>
            </a:r>
            <a:r>
              <a:rPr lang="en-US" dirty="0"/>
              <a:t>, diagonals and self)</a:t>
            </a:r>
          </a:p>
          <a:p>
            <a:r>
              <a:rPr lang="en-US" dirty="0"/>
              <a:t>Different sized Neighborhood CAs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9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774C-CC40-B6A4-1F93-502B03F5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3584-C381-3C1A-25D8-C1BB9EE7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9694B0-E38C-2093-46F7-392FD0F6D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9694B0-E38C-2093-46F7-392FD0F6D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33871"/>
                <a:ext cx="10515600" cy="6590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C1A212-4423-D029-3E2C-94B27C44D94A}"/>
              </a:ext>
            </a:extLst>
          </p:cNvPr>
          <p:cNvCxnSpPr>
            <a:cxnSpLocks/>
          </p:cNvCxnSpPr>
          <p:nvPr/>
        </p:nvCxnSpPr>
        <p:spPr>
          <a:xfrm>
            <a:off x="9692640" y="4526280"/>
            <a:ext cx="1239520" cy="145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C92204-95C2-B171-823D-1A3208311590}"/>
              </a:ext>
            </a:extLst>
          </p:cNvPr>
          <p:cNvGrpSpPr/>
          <p:nvPr/>
        </p:nvGrpSpPr>
        <p:grpSpPr>
          <a:xfrm>
            <a:off x="8677584" y="3375216"/>
            <a:ext cx="905400" cy="752040"/>
            <a:chOff x="8677584" y="3375216"/>
            <a:chExt cx="905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D1241E-13D7-2625-06F0-96A9000A622F}"/>
                    </a:ext>
                  </a:extLst>
                </p14:cNvPr>
                <p14:cNvContentPartPr/>
                <p14:nvPr/>
              </p14:nvContentPartPr>
              <p14:xfrm>
                <a:off x="8704944" y="3502296"/>
                <a:ext cx="9396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D1241E-13D7-2625-06F0-96A9000A622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5944" y="3493296"/>
                  <a:ext cx="111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24A8E2F-26E2-EB14-1BAE-F83487E3631B}"/>
                    </a:ext>
                  </a:extLst>
                </p14:cNvPr>
                <p14:cNvContentPartPr/>
                <p14:nvPr/>
              </p14:nvContentPartPr>
              <p14:xfrm>
                <a:off x="8677584" y="3375216"/>
                <a:ext cx="639720" cy="75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24A8E2F-26E2-EB14-1BAE-F83487E363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68584" y="3366216"/>
                  <a:ext cx="65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310599-9A06-D448-D8DB-0E5F4228B72A}"/>
                    </a:ext>
                  </a:extLst>
                </p14:cNvPr>
                <p14:cNvContentPartPr/>
                <p14:nvPr/>
              </p14:nvContentPartPr>
              <p14:xfrm>
                <a:off x="9582624" y="3904416"/>
                <a:ext cx="3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310599-9A06-D448-D8DB-0E5F4228B7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3624" y="3895416"/>
                  <a:ext cx="1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704D07-E59B-E14A-80E2-2A3D983B95CF}"/>
                    </a:ext>
                  </a:extLst>
                </p14:cNvPr>
                <p14:cNvContentPartPr/>
                <p14:nvPr/>
              </p14:nvContentPartPr>
              <p14:xfrm>
                <a:off x="9536904" y="376689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704D07-E59B-E14A-80E2-2A3D983B95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27904" y="3757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0B3B0B-C9BE-3996-9DD5-4EB2C2376651}"/>
                  </a:ext>
                </a:extLst>
              </p14:cNvPr>
              <p14:cNvContentPartPr/>
              <p14:nvPr/>
            </p14:nvContentPartPr>
            <p14:xfrm>
              <a:off x="10038024" y="3831336"/>
              <a:ext cx="3254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0B3B0B-C9BE-3996-9DD5-4EB2C23766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29034" y="3822329"/>
                <a:ext cx="343061" cy="48817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F8BC174-A6FE-CDA8-07D1-C25D819EF7F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Most of our attention</a:t>
            </a:r>
          </a:p>
          <a:p>
            <a:r>
              <a:rPr lang="en-US" dirty="0"/>
              <a:t>Defined using </a:t>
            </a:r>
            <a:r>
              <a:rPr lang="el-GR" dirty="0"/>
              <a:t>σ</a:t>
            </a:r>
            <a:r>
              <a:rPr lang="es-MX" dirty="0"/>
              <a:t>, a local rule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8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F3AB-A554-6757-F61D-ECAECC7B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The configuration is not in the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4DCAB-D4FA-8A09-5FD7-1209E7144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games of life with different configurations</a:t>
            </a:r>
          </a:p>
          <a:p>
            <a:r>
              <a:rPr lang="en-US" dirty="0"/>
              <a:t>“Both are still the game of life, but we apply it to different configurations”</a:t>
            </a:r>
          </a:p>
        </p:txBody>
      </p:sp>
    </p:spTree>
    <p:extLst>
      <p:ext uri="{BB962C8B-B14F-4D97-AF65-F5344CB8AC3E}">
        <p14:creationId xmlns:p14="http://schemas.microsoft.com/office/powerpoint/2010/main" val="1705757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EB58-3E91-9EC7-8BC0-4C6F53833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about how, as it turns out, it </a:t>
            </a:r>
            <a:r>
              <a:rPr lang="en-US"/>
              <a:t>is hard to prove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8E05-6752-572D-6B68-8D720CB3F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65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BAA3-28B6-2F26-6B03-360AAB6F1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1B9A-C5F8-73D3-034D-BCC0FEFB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start: elementary 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4A4B4-B5D6-8684-DEAB-5E82CBF7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case to exemplify</a:t>
            </a:r>
          </a:p>
          <a:p>
            <a:r>
              <a:rPr lang="en-US" dirty="0"/>
              <a:t>Rule 90</a:t>
            </a:r>
          </a:p>
          <a:p>
            <a:r>
              <a:rPr lang="en-US" dirty="0"/>
              <a:t>Rule 110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400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4979-76A9-CD1B-FBDF-9374B9A1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110 is Turing 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789C-DE90-5D1A-27A2-B41F50381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explanation of the proof</a:t>
            </a:r>
          </a:p>
          <a:p>
            <a:r>
              <a:rPr lang="en-US" dirty="0"/>
              <a:t>“Understanding this proof took so much effort, and wasn’t really all that useful, but it did give me a different perspective over Turing Completeness, that was very interesting, and </a:t>
            </a:r>
            <a:r>
              <a:rPr lang="en-US" dirty="0" err="1"/>
              <a:t>insightfull</a:t>
            </a:r>
            <a:r>
              <a:rPr lang="en-US" dirty="0"/>
              <a:t>, which is why I want to explain it a bit. We won’t go over the full proof, but the key highlights.”</a:t>
            </a:r>
          </a:p>
        </p:txBody>
      </p:sp>
    </p:spTree>
    <p:extLst>
      <p:ext uri="{BB962C8B-B14F-4D97-AF65-F5344CB8AC3E}">
        <p14:creationId xmlns:p14="http://schemas.microsoft.com/office/powerpoint/2010/main" val="187791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700E-7175-ECBF-20E9-B5305481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systems are Turing 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0378-3365-ED82-5820-E359867A8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32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2F3C-6A2A-CC7A-1E4C-A9EDF53E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tag systems are equivalent although larger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D1D3-CAC3-A7F8-C2AC-F015288B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32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3D37-97B9-46AF-51A0-A90D7F01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110 has gliders that interact in various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2771-2F69-6B88-B85B-90A6C98C2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we can use them to form cyclic tag systems</a:t>
            </a:r>
          </a:p>
        </p:txBody>
      </p:sp>
    </p:spTree>
    <p:extLst>
      <p:ext uri="{BB962C8B-B14F-4D97-AF65-F5344CB8AC3E}">
        <p14:creationId xmlns:p14="http://schemas.microsoft.com/office/powerpoint/2010/main" val="3156554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5BDC-797E-EAC8-71B7-11B408A1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Talking about configurations, there are periodic and finite 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65A9D-AD2A-7130-714D-5E71453A9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7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0C9F-1370-211C-2D28-3687CDD8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as a topological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AB0A-B298-F6FB-1CBE-7AF4A9A7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“This is a very different way of looking at it, since we are not considering the individual cells anymore, but instead the entire configuration as a kind of “vector” (not really a vector though). But it is very helpful because then we can use tools from classic Topology. In this context, tau becomes a function that takes one of these points and ”jumps into another”</a:t>
            </a:r>
          </a:p>
          <a:p>
            <a:r>
              <a:rPr lang="en-US" dirty="0"/>
              <a:t>Picture of amorphous domain with arrow and the title of tau.</a:t>
            </a:r>
          </a:p>
        </p:txBody>
      </p:sp>
    </p:spTree>
    <p:extLst>
      <p:ext uri="{BB962C8B-B14F-4D97-AF65-F5344CB8AC3E}">
        <p14:creationId xmlns:p14="http://schemas.microsoft.com/office/powerpoint/2010/main" val="121024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EB4754-82C2-DF06-573B-6F10615DFB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dirty="0" err="1"/>
                  <a:t>lil</a:t>
                </a:r>
                <a:r>
                  <a:rPr lang="en-US" dirty="0"/>
                  <a:t>’ of formalism: Cells are members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EB4754-82C2-DF06-573B-6F10615DF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CE1E-586D-3947-4ED0-1B846991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(3, 2) is a cell of a 2d CA</a:t>
            </a:r>
          </a:p>
          <a:p>
            <a:r>
              <a:rPr lang="en-US" dirty="0"/>
              <a:t>And if c(3,2)=a, then a that cell is in state a</a:t>
            </a:r>
          </a:p>
        </p:txBody>
      </p:sp>
    </p:spTree>
    <p:extLst>
      <p:ext uri="{BB962C8B-B14F-4D97-AF65-F5344CB8AC3E}">
        <p14:creationId xmlns:p14="http://schemas.microsoft.com/office/powerpoint/2010/main" val="1220798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F747-2FD2-7CD2-CA06-CFFFFBAE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DCB8-0B4A-7BD0-F74E-139E671AF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“Yeah, it’s a weird one, I could go over why it is the way it is, but I think for the presentation it suffices to say, it works, and it makes tau be continuous, and the whole space compact.”</a:t>
            </a:r>
          </a:p>
          <a:p>
            <a:r>
              <a:rPr lang="en-US" dirty="0"/>
              <a:t>Important aspects:</a:t>
            </a:r>
          </a:p>
          <a:p>
            <a:pPr lvl="1"/>
            <a:r>
              <a:rPr lang="en-US" dirty="0"/>
              <a:t>Max is 2</a:t>
            </a:r>
          </a:p>
          <a:p>
            <a:pPr lvl="1"/>
            <a:r>
              <a:rPr lang="en-US" dirty="0"/>
              <a:t>It can get arbitrarily close to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61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98C8-C10B-DFB4-B693-815AE974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Injectivity, </a:t>
            </a:r>
            <a:r>
              <a:rPr lang="en-US" dirty="0" err="1"/>
              <a:t>surjectivity</a:t>
            </a:r>
            <a:r>
              <a:rPr lang="en-US" dirty="0"/>
              <a:t> and local injectivity?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2BC09-62F9-EF1C-75A9-20F6A601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Surjective, as you might remember, is this</a:t>
            </a:r>
          </a:p>
          <a:p>
            <a:r>
              <a:rPr lang="en-US" dirty="0"/>
              <a:t>Injectivity is this</a:t>
            </a:r>
          </a:p>
          <a:p>
            <a:r>
              <a:rPr lang="en-US" dirty="0"/>
              <a:t>Local injectivity needs the diagram of before. It is injectivity when constrained to a ball around any configuration. In other words, injective if you zoom in enough, no matter the point.</a:t>
            </a:r>
          </a:p>
          <a:p>
            <a:r>
              <a:rPr lang="en-US" dirty="0"/>
              <a:t>Example of locally injective function, and not locally injective </a:t>
            </a:r>
            <a:r>
              <a:rPr lang="en-US" dirty="0" err="1"/>
              <a:t>func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787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3FFC-79A0-46EB-CD6C-2D733EA3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5760F-73E2-7D35-A189-252EC36AF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Injectivity implies </a:t>
            </a:r>
            <a:r>
              <a:rPr lang="en-US" dirty="0" err="1"/>
              <a:t>Surjectivity</a:t>
            </a:r>
            <a:r>
              <a:rPr lang="en-US" dirty="0"/>
              <a:t> IN CA</a:t>
            </a:r>
          </a:p>
          <a:p>
            <a:r>
              <a:rPr lang="en-US" dirty="0"/>
              <a:t>So injectivity = bijectivity</a:t>
            </a:r>
          </a:p>
        </p:txBody>
      </p:sp>
    </p:spTree>
    <p:extLst>
      <p:ext uri="{BB962C8B-B14F-4D97-AF65-F5344CB8AC3E}">
        <p14:creationId xmlns:p14="http://schemas.microsoft.com/office/powerpoint/2010/main" val="1159248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531B-2ECE-EDA1-4E43-18B8D9F7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Reversibility and Turing 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EA046-A6DC-F703-CC73-147CA82D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it’s easy to explain reversibility: There has to be an inverse rule. For this, the rule has to be bijective. </a:t>
            </a:r>
          </a:p>
          <a:p>
            <a:r>
              <a:rPr lang="en-US" dirty="0"/>
              <a:t>Diagram about how that would look like and how it wouldn’t.</a:t>
            </a:r>
          </a:p>
          <a:p>
            <a:r>
              <a:rPr lang="en-US" dirty="0"/>
              <a:t>Surprisingly, both things can be very hard to demonstrate</a:t>
            </a:r>
          </a:p>
        </p:txBody>
      </p:sp>
    </p:spTree>
    <p:extLst>
      <p:ext uri="{BB962C8B-B14F-4D97-AF65-F5344CB8AC3E}">
        <p14:creationId xmlns:p14="http://schemas.microsoft.com/office/powerpoint/2010/main" val="202517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921</Words>
  <Application>Microsoft Office PowerPoint</Application>
  <PresentationFormat>Widescreen</PresentationFormat>
  <Paragraphs>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Cellular Automata</vt:lpstr>
      <vt:lpstr>Intro</vt:lpstr>
      <vt:lpstr>Game of life – what is a cellular automaton</vt:lpstr>
      <vt:lpstr>Cool stuff the community achieved</vt:lpstr>
      <vt:lpstr>Game of Life is not reversible</vt:lpstr>
      <vt:lpstr>My Goal</vt:lpstr>
      <vt:lpstr>Formal definition</vt:lpstr>
      <vt:lpstr>State alphabet</vt:lpstr>
      <vt:lpstr>Cell array</vt:lpstr>
      <vt:lpstr>Cell array: cells</vt:lpstr>
      <vt:lpstr>Neighborhood index</vt:lpstr>
      <vt:lpstr>Global map</vt:lpstr>
      <vt:lpstr>Note: The configuration is not in the definition</vt:lpstr>
      <vt:lpstr>Something about how, as it turns out, it is hard to prove</vt:lpstr>
      <vt:lpstr>The start: elementary CA</vt:lpstr>
      <vt:lpstr>Rule 110 is Turing Complete</vt:lpstr>
      <vt:lpstr>Tag systems are Turing Complete</vt:lpstr>
      <vt:lpstr>Cyclic tag systems are equivalent although larger</vt:lpstr>
      <vt:lpstr>Rule 110 has gliders that interact in various ways</vt:lpstr>
      <vt:lpstr>Talking about configurations, there are periodic and finite ones</vt:lpstr>
      <vt:lpstr>C as a topological space</vt:lpstr>
      <vt:lpstr>A lil’ of formalism: Cells are members of Z^d</vt:lpstr>
      <vt:lpstr>We need a metric</vt:lpstr>
      <vt:lpstr>Injectivity, surjectivity and local injectivity?</vt:lpstr>
      <vt:lpstr>Surprising results</vt:lpstr>
      <vt:lpstr>Reversibility and Turing Completeness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Helmut Pfeffer</dc:creator>
  <cp:lastModifiedBy>Helmut Pfeffer</cp:lastModifiedBy>
  <cp:revision>1</cp:revision>
  <dcterms:created xsi:type="dcterms:W3CDTF">2025-07-25T17:30:23Z</dcterms:created>
  <dcterms:modified xsi:type="dcterms:W3CDTF">2025-08-19T15:21:36Z</dcterms:modified>
</cp:coreProperties>
</file>